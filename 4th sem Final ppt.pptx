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72" r:id="rId3"/>
  </p:sldMasterIdLst>
  <p:notesMasterIdLst>
    <p:notesMasterId r:id="rId16"/>
  </p:notesMasterIdLst>
  <p:sldIdLst>
    <p:sldId id="256" r:id="rId4"/>
    <p:sldId id="257" r:id="rId5"/>
    <p:sldId id="258" r:id="rId6"/>
    <p:sldId id="259" r:id="rId7"/>
    <p:sldId id="260" r:id="rId8"/>
    <p:sldId id="261" r:id="rId9"/>
    <p:sldId id="262" r:id="rId10"/>
    <p:sldId id="263" r:id="rId11"/>
    <p:sldId id="270" r:id="rId12"/>
    <p:sldId id="266" r:id="rId13"/>
    <p:sldId id="267" r:id="rId14"/>
    <p:sldId id="269" r:id="rId15"/>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AF0880-E784-4A9F-8E3A-CC13452DB485}" v="1" dt="2026-04-14T11:08:57.6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2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PlaceHolder 1"/>
          <p:cNvSpPr>
            <a:spLocks noGrp="1"/>
          </p:cNvSpPr>
          <p:nvPr>
            <p:ph type="body"/>
          </p:nvPr>
        </p:nvSpPr>
        <p:spPr>
          <a:xfrm>
            <a:off x="756000" y="5078520"/>
            <a:ext cx="6047640" cy="4811040"/>
          </a:xfrm>
          <a:prstGeom prst="rect">
            <a:avLst/>
          </a:prstGeom>
        </p:spPr>
        <p:txBody>
          <a:bodyPr lIns="0" tIns="0" rIns="0" bIns="0"/>
          <a:lstStyle/>
          <a:p>
            <a:r>
              <a:rPr lang="en-IN" sz="2000">
                <a:latin typeface="Arial" panose="020B0604020202020204"/>
              </a:rPr>
              <a:t>Click to edit the notes format</a:t>
            </a:r>
          </a:p>
        </p:txBody>
      </p:sp>
      <p:sp>
        <p:nvSpPr>
          <p:cNvPr id="44" name="PlaceHolder 2"/>
          <p:cNvSpPr>
            <a:spLocks noGrp="1"/>
          </p:cNvSpPr>
          <p:nvPr>
            <p:ph type="hdr"/>
          </p:nvPr>
        </p:nvSpPr>
        <p:spPr>
          <a:xfrm>
            <a:off x="0" y="0"/>
            <a:ext cx="3280680" cy="534240"/>
          </a:xfrm>
          <a:prstGeom prst="rect">
            <a:avLst/>
          </a:prstGeom>
        </p:spPr>
        <p:txBody>
          <a:bodyPr lIns="0" tIns="0" rIns="0" bIns="0"/>
          <a:lstStyle/>
          <a:p>
            <a:r>
              <a:rPr lang="en-IN" sz="1400">
                <a:latin typeface="Times New Roman" panose="02020603050405020304"/>
              </a:rPr>
              <a:t>&lt;header&gt;</a:t>
            </a:r>
          </a:p>
        </p:txBody>
      </p:sp>
      <p:sp>
        <p:nvSpPr>
          <p:cNvPr id="45" name="PlaceHolder 3"/>
          <p:cNvSpPr>
            <a:spLocks noGrp="1"/>
          </p:cNvSpPr>
          <p:nvPr>
            <p:ph type="dt"/>
          </p:nvPr>
        </p:nvSpPr>
        <p:spPr>
          <a:xfrm>
            <a:off x="4278960" y="0"/>
            <a:ext cx="3280680" cy="534240"/>
          </a:xfrm>
          <a:prstGeom prst="rect">
            <a:avLst/>
          </a:prstGeom>
        </p:spPr>
        <p:txBody>
          <a:bodyPr lIns="0" tIns="0" rIns="0" bIns="0"/>
          <a:lstStyle/>
          <a:p>
            <a:pPr algn="r"/>
            <a:r>
              <a:rPr lang="en-IN" sz="1400">
                <a:latin typeface="Times New Roman" panose="02020603050405020304"/>
              </a:rPr>
              <a:t>&lt;date/time&gt;</a:t>
            </a:r>
          </a:p>
        </p:txBody>
      </p:sp>
      <p:sp>
        <p:nvSpPr>
          <p:cNvPr id="46" name="PlaceHolder 4"/>
          <p:cNvSpPr>
            <a:spLocks noGrp="1"/>
          </p:cNvSpPr>
          <p:nvPr>
            <p:ph type="ftr"/>
          </p:nvPr>
        </p:nvSpPr>
        <p:spPr>
          <a:xfrm>
            <a:off x="0" y="10157400"/>
            <a:ext cx="3280680" cy="534240"/>
          </a:xfrm>
          <a:prstGeom prst="rect">
            <a:avLst/>
          </a:prstGeom>
        </p:spPr>
        <p:txBody>
          <a:bodyPr lIns="0" tIns="0" rIns="0" bIns="0" anchor="b"/>
          <a:lstStyle/>
          <a:p>
            <a:r>
              <a:rPr lang="en-IN" sz="1400">
                <a:latin typeface="Times New Roman" panose="02020603050405020304"/>
              </a:rPr>
              <a:t>&lt;footer&gt;</a:t>
            </a:r>
          </a:p>
        </p:txBody>
      </p:sp>
      <p:sp>
        <p:nvSpPr>
          <p:cNvPr id="47" name="PlaceHolder 5"/>
          <p:cNvSpPr>
            <a:spLocks noGrp="1"/>
          </p:cNvSpPr>
          <p:nvPr>
            <p:ph type="sldNum"/>
          </p:nvPr>
        </p:nvSpPr>
        <p:spPr>
          <a:xfrm>
            <a:off x="4278960" y="10157400"/>
            <a:ext cx="3280680" cy="534240"/>
          </a:xfrm>
          <a:prstGeom prst="rect">
            <a:avLst/>
          </a:prstGeom>
        </p:spPr>
        <p:txBody>
          <a:bodyPr lIns="0" tIns="0" rIns="0" bIns="0" anchor="b"/>
          <a:lstStyle/>
          <a:p>
            <a:pPr algn="r"/>
            <a:fld id="{1BA4DDED-686A-43E1-B004-C789C7A80AAB}" type="slidenum">
              <a:rPr lang="en-IN" sz="1400">
                <a:latin typeface="Times New Roman" panose="02020603050405020304"/>
              </a:rPr>
              <a:t>‹#›</a:t>
            </a:fld>
            <a:endParaRPr lang="en-IN" sz="1400">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solidFill>
                  <a:srgbClr val="D1EAEE"/>
                </a:solidFill>
              </a:defRPr>
            </a:lvl1pPr>
          </a:lstStyle>
          <a:p>
            <a:pPr>
              <a:defRPr/>
            </a:pPr>
            <a:fld id="{0B0A4A49-16C4-4456-8531-98C5A3D4EC92}" type="datetime1">
              <a:rPr lang="en-US"/>
              <a:t>4/14/2026</a:t>
            </a:fld>
            <a:endParaRPr lang="en-US"/>
          </a:p>
        </p:txBody>
      </p:sp>
      <p:sp>
        <p:nvSpPr>
          <p:cNvPr id="5" name="Footer Placeholder 18"/>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26"/>
          <p:cNvSpPr>
            <a:spLocks noGrp="1"/>
          </p:cNvSpPr>
          <p:nvPr>
            <p:ph type="sldNum" sz="quarter" idx="12"/>
          </p:nvPr>
        </p:nvSpPr>
        <p:spPr/>
        <p:txBody>
          <a:bodyPr/>
          <a:lstStyle>
            <a:lvl1pPr>
              <a:defRPr smtClean="0">
                <a:solidFill>
                  <a:srgbClr val="D1EAEE"/>
                </a:solidFill>
              </a:defRPr>
            </a:lvl1pPr>
          </a:lstStyle>
          <a:p>
            <a:pPr>
              <a:defRPr/>
            </a:pPr>
            <a:fld id="{DC9FA813-C8E1-4978-960A-0FB3B1A0E8B8}"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D537AC4C-CE19-4A86-A711-AFF67773D95D}" type="datetime1">
              <a:rPr lang="en-US"/>
              <a:t>4/14/2026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8B5C5FEE-B7AA-40E1-A9A9-4E7AE79B89F1}"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D1EAEE"/>
                </a:solidFill>
              </a:defRPr>
            </a:lvl1pPr>
          </a:lstStyle>
          <a:p>
            <a:pPr>
              <a:defRPr/>
            </a:pPr>
            <a:fld id="{EE54A8E2-0F49-4501-B719-81B98511F58F}" type="datetime1">
              <a:rPr lang="en-US"/>
              <a:t>4/14/2026</a:t>
            </a:fld>
            <a:endParaRPr lang="en-US"/>
          </a:p>
        </p:txBody>
      </p:sp>
      <p:sp>
        <p:nvSpPr>
          <p:cNvPr id="5" name="Footer Placeholder 4"/>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5"/>
          <p:cNvSpPr>
            <a:spLocks noGrp="1"/>
          </p:cNvSpPr>
          <p:nvPr>
            <p:ph type="sldNum" sz="quarter" idx="12"/>
          </p:nvPr>
        </p:nvSpPr>
        <p:spPr/>
        <p:txBody>
          <a:bodyPr/>
          <a:lstStyle>
            <a:lvl1pPr>
              <a:defRPr smtClean="0">
                <a:solidFill>
                  <a:srgbClr val="D1EAEE"/>
                </a:solidFill>
              </a:defRPr>
            </a:lvl1pPr>
          </a:lstStyle>
          <a:p>
            <a:pPr>
              <a:defRPr/>
            </a:pPr>
            <a:fld id="{13C4049E-8B51-4E4E-9CEB-0DE9DE49AF0E}"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603CF443-6A52-42DD-A957-A002B07E7089}" type="datetime1">
              <a:rPr lang="en-US"/>
              <a:t>4/14/2026</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DF22DB35-CE66-4D65-96CD-E2635F707DE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1FEE0E7E-5AF3-49D1-BEA4-716DF31D79C2}" type="datetime1">
              <a:rPr lang="en-US"/>
              <a:t>4/14/2026</a:t>
            </a:fld>
            <a:endParaRPr lang="en-US"/>
          </a:p>
        </p:txBody>
      </p:sp>
      <p:sp>
        <p:nvSpPr>
          <p:cNvPr id="8"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9" name="Slide Number Placeholder 17"/>
          <p:cNvSpPr>
            <a:spLocks noGrp="1"/>
          </p:cNvSpPr>
          <p:nvPr>
            <p:ph type="sldNum" sz="quarter" idx="12"/>
          </p:nvPr>
        </p:nvSpPr>
        <p:spPr/>
        <p:txBody>
          <a:bodyPr/>
          <a:lstStyle>
            <a:lvl1pPr>
              <a:defRPr/>
            </a:lvl1pPr>
          </a:lstStyle>
          <a:p>
            <a:pPr>
              <a:defRPr/>
            </a:pPr>
            <a:fld id="{7E7ADEC5-3E52-4CF2-916E-9D41A87C26C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836A3FBE-FBC8-41AA-B79E-85131C71B478}" type="datetime1">
              <a:rPr lang="en-US"/>
              <a:t>4/14/2026</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5" name="Slide Number Placeholder 17"/>
          <p:cNvSpPr>
            <a:spLocks noGrp="1"/>
          </p:cNvSpPr>
          <p:nvPr>
            <p:ph type="sldNum" sz="quarter" idx="12"/>
          </p:nvPr>
        </p:nvSpPr>
        <p:spPr/>
        <p:txBody>
          <a:bodyPr/>
          <a:lstStyle>
            <a:lvl1pPr>
              <a:defRPr/>
            </a:lvl1pPr>
          </a:lstStyle>
          <a:p>
            <a:pPr>
              <a:defRPr/>
            </a:pPr>
            <a:fld id="{0B69D38B-B3A8-4DB1-8C61-306FB00E6D66}"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D609ACA3-77C4-4607-BCAA-FF5EF59DFAA1}" type="datetime1">
              <a:rPr lang="en-US"/>
              <a:t>4/14/2026</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4" name="Slide Number Placeholder 17"/>
          <p:cNvSpPr>
            <a:spLocks noGrp="1"/>
          </p:cNvSpPr>
          <p:nvPr>
            <p:ph type="sldNum" sz="quarter" idx="12"/>
          </p:nvPr>
        </p:nvSpPr>
        <p:spPr/>
        <p:txBody>
          <a:bodyPr/>
          <a:lstStyle>
            <a:lvl1pPr>
              <a:defRPr/>
            </a:lvl1pPr>
          </a:lstStyle>
          <a:p>
            <a:pPr>
              <a:defRPr/>
            </a:pPr>
            <a:fld id="{86050BBA-66D0-41CB-81A9-58693C9A8297}"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8BC1A50A-CB99-4E39-A1E8-4850C9300446}" type="datetime1">
              <a:rPr lang="en-US"/>
              <a:t>4/14/2026</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D6018B7B-2C4C-4DEC-8580-02E18D4EE378}"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7" name="Freeform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0A7ACC4B-1CF3-4522-BC51-559DA91066A8}" type="datetime1">
              <a:rPr lang="en-US"/>
              <a:t>4/14/2026</a:t>
            </a:fld>
            <a:endParaRPr lang="en-US"/>
          </a:p>
        </p:txBody>
      </p:sp>
      <p:sp>
        <p:nvSpPr>
          <p:cNvPr id="10" name="Footer Placeholder 5"/>
          <p:cNvSpPr>
            <a:spLocks noGrp="1"/>
          </p:cNvSpPr>
          <p:nvPr>
            <p:ph type="ftr" sz="quarter" idx="11"/>
          </p:nvPr>
        </p:nvSpPr>
        <p:spPr/>
        <p:txBody>
          <a:bodyPr/>
          <a:lstStyle>
            <a:lvl1pPr>
              <a:defRPr/>
            </a:lvl1pPr>
          </a:lstStyle>
          <a:p>
            <a:pPr>
              <a:defRPr/>
            </a:pPr>
            <a:r>
              <a:rPr lang="en-US"/>
              <a:t>Jaipur National University, Jaipur</a:t>
            </a:r>
          </a:p>
        </p:txBody>
      </p:sp>
      <p:sp>
        <p:nvSpPr>
          <p:cNvPr id="11" name="Slide Number Placeholder 6"/>
          <p:cNvSpPr>
            <a:spLocks noGrp="1"/>
          </p:cNvSpPr>
          <p:nvPr>
            <p:ph type="sldNum" sz="quarter" idx="12"/>
          </p:nvPr>
        </p:nvSpPr>
        <p:spPr>
          <a:xfrm>
            <a:off x="8077200" y="6356350"/>
            <a:ext cx="609600" cy="365125"/>
          </a:xfrm>
        </p:spPr>
        <p:txBody>
          <a:bodyPr/>
          <a:lstStyle>
            <a:lvl1pPr>
              <a:defRPr smtClean="0"/>
            </a:lvl1pPr>
          </a:lstStyle>
          <a:p>
            <a:pPr>
              <a:defRPr/>
            </a:pPr>
            <a:fld id="{07C65C6A-C895-42CE-BDDB-0945EF2B29B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8A41247-AC96-4402-8E53-D44879F5C709}" type="datetime1">
              <a:rPr lang="en-US"/>
              <a:t>4/14/2026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19C8E883-5174-46B4-B95F-F02CACA1D491}"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5ABAF97E-0325-49EB-9A0A-E45F25EFC75E}" type="datetime1">
              <a:rPr lang="en-US"/>
              <a:t>4/14/2026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03CA1A95-D796-4F95-9198-B1016012D51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solidFill>
                  <a:srgbClr val="D1EAEE"/>
                </a:solidFill>
              </a:defRPr>
            </a:lvl1pPr>
          </a:lstStyle>
          <a:p>
            <a:pPr>
              <a:defRPr/>
            </a:pPr>
            <a:fld id="{8ADBE38C-D4DE-49A9-8D94-88EF647D5F44}" type="datetime1">
              <a:rPr lang="en-US"/>
              <a:t>4/14/2026</a:t>
            </a:fld>
            <a:endParaRPr lang="en-US"/>
          </a:p>
        </p:txBody>
      </p:sp>
      <p:sp>
        <p:nvSpPr>
          <p:cNvPr id="5" name="Footer Placeholder 18"/>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26"/>
          <p:cNvSpPr>
            <a:spLocks noGrp="1"/>
          </p:cNvSpPr>
          <p:nvPr>
            <p:ph type="sldNum" sz="quarter" idx="12"/>
          </p:nvPr>
        </p:nvSpPr>
        <p:spPr/>
        <p:txBody>
          <a:bodyPr/>
          <a:lstStyle>
            <a:lvl1pPr>
              <a:defRPr>
                <a:solidFill>
                  <a:srgbClr val="D1EAEE"/>
                </a:solidFill>
              </a:defRPr>
            </a:lvl1pPr>
          </a:lstStyle>
          <a:p>
            <a:pPr>
              <a:defRPr/>
            </a:pPr>
            <a:fld id="{57287490-9D49-459E-B772-E4639AD04D5D}"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1E68A4A0-05C7-49E3-9C76-BA5FB21A3DB7}" type="datetime1">
              <a:rPr lang="en-US"/>
              <a:t>4/14/2026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988D3A4A-FE50-4A3A-94F0-FE1E6AFBCF7A}"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D1EAEE"/>
                </a:solidFill>
              </a:defRPr>
            </a:lvl1pPr>
          </a:lstStyle>
          <a:p>
            <a:pPr>
              <a:defRPr/>
            </a:pPr>
            <a:fld id="{5893544A-F4CE-44A4-A379-63CE0F67E2A7}" type="datetime1">
              <a:rPr lang="en-US"/>
              <a:t>4/14/2026</a:t>
            </a:fld>
            <a:endParaRPr lang="en-US"/>
          </a:p>
        </p:txBody>
      </p:sp>
      <p:sp>
        <p:nvSpPr>
          <p:cNvPr id="5" name="Footer Placeholder 4"/>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5"/>
          <p:cNvSpPr>
            <a:spLocks noGrp="1"/>
          </p:cNvSpPr>
          <p:nvPr>
            <p:ph type="sldNum" sz="quarter" idx="12"/>
          </p:nvPr>
        </p:nvSpPr>
        <p:spPr/>
        <p:txBody>
          <a:bodyPr/>
          <a:lstStyle>
            <a:lvl1pPr>
              <a:defRPr>
                <a:solidFill>
                  <a:srgbClr val="D1EAEE"/>
                </a:solidFill>
              </a:defRPr>
            </a:lvl1pPr>
          </a:lstStyle>
          <a:p>
            <a:pPr>
              <a:defRPr/>
            </a:pPr>
            <a:fld id="{666C0824-8B86-412E-A44F-C2DA5547D100}"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9FDD9A73-4B9E-4F4F-9EEE-B1D28BEA388E}" type="datetime1">
              <a:rPr lang="en-US"/>
              <a:t>4/14/2026</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839C12CD-1FDE-406E-BE55-BCDEECCA5D33}"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1D9DFC55-AF7D-4A8A-8C54-69AEC9200E7F}" type="datetime1">
              <a:rPr lang="en-US"/>
              <a:t>4/14/2026</a:t>
            </a:fld>
            <a:endParaRPr lang="en-US"/>
          </a:p>
        </p:txBody>
      </p:sp>
      <p:sp>
        <p:nvSpPr>
          <p:cNvPr id="8"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9" name="Slide Number Placeholder 17"/>
          <p:cNvSpPr>
            <a:spLocks noGrp="1"/>
          </p:cNvSpPr>
          <p:nvPr>
            <p:ph type="sldNum" sz="quarter" idx="12"/>
          </p:nvPr>
        </p:nvSpPr>
        <p:spPr/>
        <p:txBody>
          <a:bodyPr/>
          <a:lstStyle>
            <a:lvl1pPr>
              <a:defRPr/>
            </a:lvl1pPr>
          </a:lstStyle>
          <a:p>
            <a:pPr>
              <a:defRPr/>
            </a:pPr>
            <a:fld id="{6FAE3E6C-4CC0-42AD-845C-C17A6F05F594}" type="slidenum">
              <a:rPr 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C02A163C-A0C5-4F65-BD98-5013D9759495}" type="datetime1">
              <a:rPr lang="en-US"/>
              <a:t>4/14/2026</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5" name="Slide Number Placeholder 17"/>
          <p:cNvSpPr>
            <a:spLocks noGrp="1"/>
          </p:cNvSpPr>
          <p:nvPr>
            <p:ph type="sldNum" sz="quarter" idx="12"/>
          </p:nvPr>
        </p:nvSpPr>
        <p:spPr/>
        <p:txBody>
          <a:bodyPr/>
          <a:lstStyle>
            <a:lvl1pPr>
              <a:defRPr/>
            </a:lvl1pPr>
          </a:lstStyle>
          <a:p>
            <a:pPr>
              <a:defRPr/>
            </a:pPr>
            <a:fld id="{EEBA2104-7F4A-4475-964D-7FDD38FAB645}" type="slidenum">
              <a:rPr 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3189A6E6-E100-4EF2-BCA5-54D7A7DFFDC9}" type="datetime1">
              <a:rPr lang="en-US"/>
              <a:t>4/14/2026</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4" name="Slide Number Placeholder 17"/>
          <p:cNvSpPr>
            <a:spLocks noGrp="1"/>
          </p:cNvSpPr>
          <p:nvPr>
            <p:ph type="sldNum" sz="quarter" idx="12"/>
          </p:nvPr>
        </p:nvSpPr>
        <p:spPr/>
        <p:txBody>
          <a:bodyPr/>
          <a:lstStyle>
            <a:lvl1pPr>
              <a:defRPr/>
            </a:lvl1pPr>
          </a:lstStyle>
          <a:p>
            <a:pPr>
              <a:defRPr/>
            </a:pPr>
            <a:fld id="{769FD985-E02C-4013-A320-6FC6BDB2CBF9}" type="slidenum">
              <a:rPr 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CA6DD69F-5458-487F-B0D1-B105DD914BB4}" type="datetime1">
              <a:rPr lang="en-US"/>
              <a:t>4/14/2026</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6984C32D-DFC8-45E0-8C5F-482674ABBFE6}" type="slidenum">
              <a:rPr 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7" name="Freeform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20DCE251-ED33-4D7C-9C2F-23214FA950F9}" type="datetime1">
              <a:rPr lang="en-US"/>
              <a:t>4/14/2026</a:t>
            </a:fld>
            <a:endParaRPr lang="en-US"/>
          </a:p>
        </p:txBody>
      </p:sp>
      <p:sp>
        <p:nvSpPr>
          <p:cNvPr id="10" name="Footer Placeholder 5"/>
          <p:cNvSpPr>
            <a:spLocks noGrp="1"/>
          </p:cNvSpPr>
          <p:nvPr>
            <p:ph type="ftr" sz="quarter" idx="11"/>
          </p:nvPr>
        </p:nvSpPr>
        <p:spPr/>
        <p:txBody>
          <a:bodyPr/>
          <a:lstStyle>
            <a:lvl1pPr>
              <a:defRPr/>
            </a:lvl1pPr>
          </a:lstStyle>
          <a:p>
            <a:pPr>
              <a:defRPr/>
            </a:pPr>
            <a:r>
              <a:rPr lang="en-US"/>
              <a:t>Jaipur National University, Jaipur</a:t>
            </a: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C82F1C4B-B6F3-4D79-95D2-57D08C767C85}" type="slidenum">
              <a:rPr 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098D1F25-7C08-4D05-9016-32686BC31241}" type="datetime1">
              <a:rPr lang="en-US"/>
              <a:t>4/14/2026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C14C508B-C831-4666-994A-ACF7F604999E}" type="slidenum">
              <a:rPr 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44926B6-60AD-44C1-81CE-33DEC5C15370}" type="datetime1">
              <a:rPr lang="en-US"/>
              <a:t>4/14/2026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8BA79585-1710-42FC-B8DD-75F8FCC87B60}" type="slidenum">
              <a:rPr lang="en-US"/>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0" name="PlaceHolder 2"/>
          <p:cNvSpPr>
            <a:spLocks noGrp="1"/>
          </p:cNvSpPr>
          <p:nvPr>
            <p:ph type="subTitle"/>
          </p:nvPr>
        </p:nvSpPr>
        <p:spPr>
          <a:xfrm>
            <a:off x="457200" y="1935000"/>
            <a:ext cx="8229240" cy="4389480"/>
          </a:xfrm>
          <a:prstGeom prst="rect">
            <a:avLst/>
          </a:prstGeom>
        </p:spPr>
        <p:txBody>
          <a:bodyPr lIns="0" tIns="0" rIns="0" bIns="0" anchor="ctr"/>
          <a:lstStyle/>
          <a:p>
            <a:pPr algn="ct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2" name="PlaceHolder 2"/>
          <p:cNvSpPr>
            <a:spLocks noGrp="1"/>
          </p:cNvSpPr>
          <p:nvPr>
            <p:ph type="body"/>
          </p:nvPr>
        </p:nvSpPr>
        <p:spPr>
          <a:xfrm>
            <a:off x="457200" y="1935000"/>
            <a:ext cx="8229240" cy="4389120"/>
          </a:xfrm>
          <a:prstGeom prst="rect">
            <a:avLst/>
          </a:prstGeom>
        </p:spPr>
        <p:txBody>
          <a:bodyPr lIns="0" tIns="0" rIns="0" bIns="0"/>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4" name="PlaceHolder 2"/>
          <p:cNvSpPr>
            <a:spLocks noGrp="1"/>
          </p:cNvSpPr>
          <p:nvPr>
            <p:ph type="body"/>
          </p:nvPr>
        </p:nvSpPr>
        <p:spPr>
          <a:xfrm>
            <a:off x="457200" y="1935000"/>
            <a:ext cx="4015800" cy="4389120"/>
          </a:xfrm>
          <a:prstGeom prst="rect">
            <a:avLst/>
          </a:prstGeom>
        </p:spPr>
        <p:txBody>
          <a:bodyPr lIns="0" tIns="0" rIns="0" bIns="0"/>
          <a:lstStyle/>
          <a:p>
            <a:endParaRPr/>
          </a:p>
        </p:txBody>
      </p:sp>
      <p:sp>
        <p:nvSpPr>
          <p:cNvPr id="15" name="PlaceHolder 3"/>
          <p:cNvSpPr>
            <a:spLocks noGrp="1"/>
          </p:cNvSpPr>
          <p:nvPr>
            <p:ph type="body"/>
          </p:nvPr>
        </p:nvSpPr>
        <p:spPr>
          <a:xfrm>
            <a:off x="4674240" y="1935000"/>
            <a:ext cx="4015800" cy="4389120"/>
          </a:xfrm>
          <a:prstGeom prst="rect">
            <a:avLst/>
          </a:prstGeom>
        </p:spPr>
        <p:txBody>
          <a:bodyPr lIns="0" tIns="0" rIns="0" bIns="0"/>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704880"/>
            <a:ext cx="8229240" cy="5298120"/>
          </a:xfrm>
          <a:prstGeom prst="rect">
            <a:avLst/>
          </a:prstGeom>
        </p:spPr>
        <p:txBody>
          <a:bodyPr lIns="0" tIns="0" rIns="0" bIns="0" anchor="ct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9" name="PlaceHolder 2"/>
          <p:cNvSpPr>
            <a:spLocks noGrp="1"/>
          </p:cNvSpPr>
          <p:nvPr>
            <p:ph type="body"/>
          </p:nvPr>
        </p:nvSpPr>
        <p:spPr>
          <a:xfrm>
            <a:off x="457200" y="1935000"/>
            <a:ext cx="4015800" cy="2093400"/>
          </a:xfrm>
          <a:prstGeom prst="rect">
            <a:avLst/>
          </a:prstGeom>
        </p:spPr>
        <p:txBody>
          <a:bodyPr lIns="0" tIns="0" rIns="0" bIns="0"/>
          <a:lstStyle/>
          <a:p>
            <a:endParaRPr/>
          </a:p>
        </p:txBody>
      </p:sp>
      <p:sp>
        <p:nvSpPr>
          <p:cNvPr id="20" name="PlaceHolder 3"/>
          <p:cNvSpPr>
            <a:spLocks noGrp="1"/>
          </p:cNvSpPr>
          <p:nvPr>
            <p:ph type="body"/>
          </p:nvPr>
        </p:nvSpPr>
        <p:spPr>
          <a:xfrm>
            <a:off x="457200" y="4227840"/>
            <a:ext cx="4015800" cy="2093400"/>
          </a:xfrm>
          <a:prstGeom prst="rect">
            <a:avLst/>
          </a:prstGeom>
        </p:spPr>
        <p:txBody>
          <a:bodyPr lIns="0" tIns="0" rIns="0" bIns="0"/>
          <a:lstStyle/>
          <a:p>
            <a:endParaRPr/>
          </a:p>
        </p:txBody>
      </p:sp>
      <p:sp>
        <p:nvSpPr>
          <p:cNvPr id="21" name="PlaceHolder 4"/>
          <p:cNvSpPr>
            <a:spLocks noGrp="1"/>
          </p:cNvSpPr>
          <p:nvPr>
            <p:ph type="body"/>
          </p:nvPr>
        </p:nvSpPr>
        <p:spPr>
          <a:xfrm>
            <a:off x="4674240" y="1935000"/>
            <a:ext cx="4015800" cy="4389120"/>
          </a:xfrm>
          <a:prstGeom prst="rect">
            <a:avLst/>
          </a:prstGeom>
        </p:spPr>
        <p:txBody>
          <a:bodyPr lIns="0" tIns="0" rIns="0" bIns="0"/>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23" name="PlaceHolder 2"/>
          <p:cNvSpPr>
            <a:spLocks noGrp="1"/>
          </p:cNvSpPr>
          <p:nvPr>
            <p:ph type="body"/>
          </p:nvPr>
        </p:nvSpPr>
        <p:spPr>
          <a:xfrm>
            <a:off x="457200" y="1935000"/>
            <a:ext cx="4015800" cy="4389120"/>
          </a:xfrm>
          <a:prstGeom prst="rect">
            <a:avLst/>
          </a:prstGeom>
        </p:spPr>
        <p:txBody>
          <a:bodyPr lIns="0" tIns="0" rIns="0" bIns="0"/>
          <a:lstStyle/>
          <a:p>
            <a:endParaRPr/>
          </a:p>
        </p:txBody>
      </p:sp>
      <p:sp>
        <p:nvSpPr>
          <p:cNvPr id="24" name="PlaceHolder 3"/>
          <p:cNvSpPr>
            <a:spLocks noGrp="1"/>
          </p:cNvSpPr>
          <p:nvPr>
            <p:ph type="body"/>
          </p:nvPr>
        </p:nvSpPr>
        <p:spPr>
          <a:xfrm>
            <a:off x="4674240" y="1935000"/>
            <a:ext cx="4015800" cy="2093400"/>
          </a:xfrm>
          <a:prstGeom prst="rect">
            <a:avLst/>
          </a:prstGeom>
        </p:spPr>
        <p:txBody>
          <a:bodyPr lIns="0" tIns="0" rIns="0" bIns="0"/>
          <a:lstStyle/>
          <a:p>
            <a:endParaRPr/>
          </a:p>
        </p:txBody>
      </p:sp>
      <p:sp>
        <p:nvSpPr>
          <p:cNvPr id="25" name="PlaceHolder 4"/>
          <p:cNvSpPr>
            <a:spLocks noGrp="1"/>
          </p:cNvSpPr>
          <p:nvPr>
            <p:ph type="body"/>
          </p:nvPr>
        </p:nvSpPr>
        <p:spPr>
          <a:xfrm>
            <a:off x="4674240" y="4227840"/>
            <a:ext cx="4015800" cy="2093400"/>
          </a:xfrm>
          <a:prstGeom prst="rect">
            <a:avLst/>
          </a:prstGeom>
        </p:spPr>
        <p:txBody>
          <a:bodyPr lIns="0" tIns="0" rIns="0" bIns="0"/>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27" name="PlaceHolder 2"/>
          <p:cNvSpPr>
            <a:spLocks noGrp="1"/>
          </p:cNvSpPr>
          <p:nvPr>
            <p:ph type="body"/>
          </p:nvPr>
        </p:nvSpPr>
        <p:spPr>
          <a:xfrm>
            <a:off x="457200" y="1935000"/>
            <a:ext cx="4015800" cy="2093400"/>
          </a:xfrm>
          <a:prstGeom prst="rect">
            <a:avLst/>
          </a:prstGeom>
        </p:spPr>
        <p:txBody>
          <a:bodyPr lIns="0" tIns="0" rIns="0" bIns="0"/>
          <a:lstStyle/>
          <a:p>
            <a:endParaRPr/>
          </a:p>
        </p:txBody>
      </p:sp>
      <p:sp>
        <p:nvSpPr>
          <p:cNvPr id="28" name="PlaceHolder 3"/>
          <p:cNvSpPr>
            <a:spLocks noGrp="1"/>
          </p:cNvSpPr>
          <p:nvPr>
            <p:ph type="body"/>
          </p:nvPr>
        </p:nvSpPr>
        <p:spPr>
          <a:xfrm>
            <a:off x="4674240" y="1935000"/>
            <a:ext cx="4015800" cy="2093400"/>
          </a:xfrm>
          <a:prstGeom prst="rect">
            <a:avLst/>
          </a:prstGeom>
        </p:spPr>
        <p:txBody>
          <a:bodyPr lIns="0" tIns="0" rIns="0" bIns="0"/>
          <a:lstStyle/>
          <a:p>
            <a:endParaRPr/>
          </a:p>
        </p:txBody>
      </p:sp>
      <p:sp>
        <p:nvSpPr>
          <p:cNvPr id="29" name="PlaceHolder 4"/>
          <p:cNvSpPr>
            <a:spLocks noGrp="1"/>
          </p:cNvSpPr>
          <p:nvPr>
            <p:ph type="body"/>
          </p:nvPr>
        </p:nvSpPr>
        <p:spPr>
          <a:xfrm>
            <a:off x="457200" y="4227840"/>
            <a:ext cx="8229240" cy="2093400"/>
          </a:xfrm>
          <a:prstGeom prst="rect">
            <a:avLst/>
          </a:prstGeom>
        </p:spPr>
        <p:txBody>
          <a:bodyPr lIns="0" tIns="0" rIns="0" bIns="0"/>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31" name="PlaceHolder 2"/>
          <p:cNvSpPr>
            <a:spLocks noGrp="1"/>
          </p:cNvSpPr>
          <p:nvPr>
            <p:ph type="body"/>
          </p:nvPr>
        </p:nvSpPr>
        <p:spPr>
          <a:xfrm>
            <a:off x="457200" y="1935000"/>
            <a:ext cx="8229240" cy="2093400"/>
          </a:xfrm>
          <a:prstGeom prst="rect">
            <a:avLst/>
          </a:prstGeom>
        </p:spPr>
        <p:txBody>
          <a:bodyPr lIns="0" tIns="0" rIns="0" bIns="0"/>
          <a:lstStyle/>
          <a:p>
            <a:endParaRPr/>
          </a:p>
        </p:txBody>
      </p:sp>
      <p:sp>
        <p:nvSpPr>
          <p:cNvPr id="32" name="PlaceHolder 3"/>
          <p:cNvSpPr>
            <a:spLocks noGrp="1"/>
          </p:cNvSpPr>
          <p:nvPr>
            <p:ph type="body"/>
          </p:nvPr>
        </p:nvSpPr>
        <p:spPr>
          <a:xfrm>
            <a:off x="457200" y="4227840"/>
            <a:ext cx="8229240" cy="2093400"/>
          </a:xfrm>
          <a:prstGeom prst="rect">
            <a:avLst/>
          </a:prstGeom>
        </p:spPr>
        <p:txBody>
          <a:bodyPr lIns="0" tIns="0" rIns="0" bIns="0"/>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34" name="PlaceHolder 2"/>
          <p:cNvSpPr>
            <a:spLocks noGrp="1"/>
          </p:cNvSpPr>
          <p:nvPr>
            <p:ph type="body"/>
          </p:nvPr>
        </p:nvSpPr>
        <p:spPr>
          <a:xfrm>
            <a:off x="457200" y="1935000"/>
            <a:ext cx="4015800" cy="2093400"/>
          </a:xfrm>
          <a:prstGeom prst="rect">
            <a:avLst/>
          </a:prstGeom>
        </p:spPr>
        <p:txBody>
          <a:bodyPr lIns="0" tIns="0" rIns="0" bIns="0"/>
          <a:lstStyle/>
          <a:p>
            <a:endParaRPr/>
          </a:p>
        </p:txBody>
      </p:sp>
      <p:sp>
        <p:nvSpPr>
          <p:cNvPr id="35" name="PlaceHolder 3"/>
          <p:cNvSpPr>
            <a:spLocks noGrp="1"/>
          </p:cNvSpPr>
          <p:nvPr>
            <p:ph type="body"/>
          </p:nvPr>
        </p:nvSpPr>
        <p:spPr>
          <a:xfrm>
            <a:off x="4674240" y="1935000"/>
            <a:ext cx="4015800" cy="2093400"/>
          </a:xfrm>
          <a:prstGeom prst="rect">
            <a:avLst/>
          </a:prstGeom>
        </p:spPr>
        <p:txBody>
          <a:bodyPr lIns="0" tIns="0" rIns="0" bIns="0"/>
          <a:lstStyle/>
          <a:p>
            <a:endParaRPr/>
          </a:p>
        </p:txBody>
      </p:sp>
      <p:sp>
        <p:nvSpPr>
          <p:cNvPr id="36" name="PlaceHolder 4"/>
          <p:cNvSpPr>
            <a:spLocks noGrp="1"/>
          </p:cNvSpPr>
          <p:nvPr>
            <p:ph type="body"/>
          </p:nvPr>
        </p:nvSpPr>
        <p:spPr>
          <a:xfrm>
            <a:off x="4674240" y="4227840"/>
            <a:ext cx="4015800" cy="2093400"/>
          </a:xfrm>
          <a:prstGeom prst="rect">
            <a:avLst/>
          </a:prstGeom>
        </p:spPr>
        <p:txBody>
          <a:bodyPr lIns="0" tIns="0" rIns="0" bIns="0"/>
          <a:lstStyle/>
          <a:p>
            <a:endParaRPr/>
          </a:p>
        </p:txBody>
      </p:sp>
      <p:sp>
        <p:nvSpPr>
          <p:cNvPr id="37" name="PlaceHolder 5"/>
          <p:cNvSpPr>
            <a:spLocks noGrp="1"/>
          </p:cNvSpPr>
          <p:nvPr>
            <p:ph type="body"/>
          </p:nvPr>
        </p:nvSpPr>
        <p:spPr>
          <a:xfrm>
            <a:off x="457200" y="4227840"/>
            <a:ext cx="4015800" cy="2093400"/>
          </a:xfrm>
          <a:prstGeom prst="rect">
            <a:avLst/>
          </a:prstGeom>
        </p:spPr>
        <p:txBody>
          <a:bodyPr lIns="0" tIns="0" rIns="0" bIns="0"/>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39" name="PlaceHolder 2"/>
          <p:cNvSpPr>
            <a:spLocks noGrp="1"/>
          </p:cNvSpPr>
          <p:nvPr>
            <p:ph type="body"/>
          </p:nvPr>
        </p:nvSpPr>
        <p:spPr>
          <a:xfrm>
            <a:off x="457200" y="1935000"/>
            <a:ext cx="8229240" cy="4389120"/>
          </a:xfrm>
          <a:prstGeom prst="rect">
            <a:avLst/>
          </a:prstGeom>
        </p:spPr>
        <p:txBody>
          <a:bodyPr lIns="0" tIns="0" rIns="0" bIns="0"/>
          <a:lstStyle/>
          <a:p>
            <a:endParaRPr/>
          </a:p>
        </p:txBody>
      </p:sp>
      <p:sp>
        <p:nvSpPr>
          <p:cNvPr id="40" name="PlaceHolder 3"/>
          <p:cNvSpPr>
            <a:spLocks noGrp="1"/>
          </p:cNvSpPr>
          <p:nvPr>
            <p:ph type="body"/>
          </p:nvPr>
        </p:nvSpPr>
        <p:spPr>
          <a:xfrm>
            <a:off x="457200" y="1935000"/>
            <a:ext cx="8229240" cy="4389120"/>
          </a:xfrm>
          <a:prstGeom prst="rect">
            <a:avLst/>
          </a:prstGeom>
        </p:spPr>
        <p:txBody>
          <a:bodyPr lIns="0" tIns="0" rIns="0" bIns="0"/>
          <a:lstStyle/>
          <a:p>
            <a:endParaRPr/>
          </a:p>
        </p:txBody>
      </p:sp>
      <p:pic>
        <p:nvPicPr>
          <p:cNvPr id="41" name="Picture 40"/>
          <p:cNvPicPr/>
          <p:nvPr/>
        </p:nvPicPr>
        <p:blipFill>
          <a:blip r:embed="rId2"/>
          <a:stretch>
            <a:fillRect/>
          </a:stretch>
        </p:blipFill>
        <p:spPr>
          <a:xfrm>
            <a:off x="1821240" y="1935000"/>
            <a:ext cx="5500800" cy="4389120"/>
          </a:xfrm>
          <a:prstGeom prst="rect">
            <a:avLst/>
          </a:prstGeom>
          <a:ln>
            <a:noFill/>
          </a:ln>
        </p:spPr>
      </p:pic>
      <p:pic>
        <p:nvPicPr>
          <p:cNvPr id="42" name="Picture 41"/>
          <p:cNvPicPr/>
          <p:nvPr/>
        </p:nvPicPr>
        <p:blipFill>
          <a:blip r:embed="rId2"/>
          <a:stretch>
            <a:fillRect/>
          </a:stretch>
        </p:blipFill>
        <p:spPr>
          <a:xfrm>
            <a:off x="1821240" y="1935000"/>
            <a:ext cx="5500800" cy="438912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fld id="{00278F10-0256-4456-BE6E-B7BE3AAD0020}" type="datetime1">
              <a:rPr lang="en-US"/>
              <a:t>4/14/2026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r>
              <a:rPr lang="en-US"/>
              <a:t>Jaipur National University, Jaipur</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smtClean="0">
                <a:solidFill>
                  <a:srgbClr val="045C75"/>
                </a:solidFill>
                <a:latin typeface="Constantia" panose="02030602050306030303" pitchFamily="18" charset="0"/>
              </a:defRPr>
            </a:lvl1pPr>
          </a:lstStyle>
          <a:p>
            <a:pPr fontAlgn="base">
              <a:spcBef>
                <a:spcPct val="0"/>
              </a:spcBef>
              <a:spcAft>
                <a:spcPct val="0"/>
              </a:spcAft>
              <a:defRPr/>
            </a:pPr>
            <a:fld id="{BB3FBFCF-C9F7-4306-9EC0-295D5179BE6B}" type="slidenum">
              <a:rPr lang="en-US"/>
              <a:t>‹#›</a:t>
            </a:fld>
            <a:endParaRPr lang="en-US"/>
          </a:p>
        </p:txBody>
      </p:sp>
      <p:grpSp>
        <p:nvGrpSpPr>
          <p:cNvPr id="1033" name="Group 1"/>
          <p:cNvGrpSpPr/>
          <p:nvPr/>
        </p:nvGrpSpPr>
        <p:grpSpPr bwMode="auto">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313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6180"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fld id="{909E6B8C-4F8E-4CB7-B200-A4C4B2D95693}" type="datetime1">
              <a:rPr lang="en-US"/>
              <a:t>4/14/2026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r>
              <a:rPr lang="en-US"/>
              <a:t>Jaipur National University, Jaipur</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a:solidFill>
                  <a:srgbClr val="045C75"/>
                </a:solidFill>
                <a:latin typeface="Constantia" panose="02030602050306030303" pitchFamily="18" charset="0"/>
              </a:defRPr>
            </a:lvl1pPr>
          </a:lstStyle>
          <a:p>
            <a:pPr fontAlgn="base">
              <a:spcBef>
                <a:spcPct val="0"/>
              </a:spcBef>
              <a:spcAft>
                <a:spcPct val="0"/>
              </a:spcAft>
              <a:defRPr/>
            </a:pPr>
            <a:fld id="{EF996FD1-5D56-4F7C-BF30-30F37FB7BD4B}" type="slidenum">
              <a:rPr lang="en-US"/>
              <a:t>‹#›</a:t>
            </a:fld>
            <a:endParaRPr lang="en-US"/>
          </a:p>
        </p:txBody>
      </p:sp>
      <p:grpSp>
        <p:nvGrpSpPr>
          <p:cNvPr id="1033" name="Group 1"/>
          <p:cNvGrpSpPr/>
          <p:nvPr/>
        </p:nvGrpSpPr>
        <p:grpSpPr bwMode="auto">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313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6180"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blipFill>
        <a:effectLst/>
      </p:bgPr>
    </p:bg>
    <p:spTree>
      <p:nvGrpSpPr>
        <p:cNvPr id="1" name=""/>
        <p:cNvGrpSpPr/>
        <p:nvPr/>
      </p:nvGrpSpPr>
      <p:grpSpPr>
        <a:xfrm>
          <a:off x="0" y="0"/>
          <a:ext cx="0" cy="0"/>
          <a:chOff x="0" y="0"/>
          <a:chExt cx="0" cy="0"/>
        </a:xfrm>
      </p:grpSpPr>
      <p:sp>
        <p:nvSpPr>
          <p:cNvPr id="9" name="CustomShape 1"/>
          <p:cNvSpPr/>
          <p:nvPr/>
        </p:nvSpPr>
        <p:spPr>
          <a:xfrm>
            <a:off x="-9360" y="-7920"/>
            <a:ext cx="9162720" cy="1041120"/>
          </a:xfrm>
          <a:prstGeom prst="rect">
            <a:avLst/>
          </a:prstGeom>
          <a:gradFill>
            <a:gsLst>
              <a:gs pos="0">
                <a:srgbClr val="0074A0"/>
              </a:gs>
              <a:gs pos="100000">
                <a:srgbClr val="00C4CD"/>
              </a:gs>
            </a:gsLst>
            <a:lin ang="5400000"/>
          </a:gradFill>
          <a:ln w="9360">
            <a:noFill/>
          </a:ln>
        </p:spPr>
      </p:sp>
      <p:sp>
        <p:nvSpPr>
          <p:cNvPr id="10" name="CustomShape 2"/>
          <p:cNvSpPr/>
          <p:nvPr/>
        </p:nvSpPr>
        <p:spPr>
          <a:xfrm>
            <a:off x="4381560" y="-7920"/>
            <a:ext cx="4762080" cy="637920"/>
          </a:xfrm>
          <a:prstGeom prst="rect">
            <a:avLst/>
          </a:prstGeom>
          <a:gradFill>
            <a:gsLst>
              <a:gs pos="0">
                <a:srgbClr val="008ABF"/>
              </a:gs>
              <a:gs pos="100000">
                <a:srgbClr val="00A0A8"/>
              </a:gs>
            </a:gsLst>
            <a:lin ang="16200000"/>
          </a:gradFill>
          <a:ln w="9360">
            <a:noFill/>
          </a:ln>
        </p:spPr>
      </p:sp>
      <p:sp>
        <p:nvSpPr>
          <p:cNvPr id="2" name="CustomShape 3"/>
          <p:cNvSpPr/>
          <p:nvPr/>
        </p:nvSpPr>
        <p:spPr>
          <a:xfrm rot="21436200">
            <a:off x="-18720" y="203040"/>
            <a:ext cx="9162720" cy="647280"/>
          </a:xfrm>
          <a:prstGeom prst="rect">
            <a:avLst/>
          </a:prstGeom>
          <a:noFill/>
          <a:ln w="10800">
            <a:solidFill>
              <a:srgbClr val="09B7BF"/>
            </a:solidFill>
            <a:round/>
          </a:ln>
        </p:spPr>
      </p:sp>
      <p:sp>
        <p:nvSpPr>
          <p:cNvPr id="3" name="CustomShape 4"/>
          <p:cNvSpPr/>
          <p:nvPr/>
        </p:nvSpPr>
        <p:spPr>
          <a:xfrm rot="21436200">
            <a:off x="-14040" y="276480"/>
            <a:ext cx="9175320" cy="528840"/>
          </a:xfrm>
          <a:prstGeom prst="rect">
            <a:avLst/>
          </a:prstGeom>
          <a:noFill/>
          <a:ln w="9360">
            <a:solidFill>
              <a:srgbClr val="0F6FC6"/>
            </a:solidFill>
            <a:round/>
          </a:ln>
        </p:spPr>
      </p:sp>
      <p:sp>
        <p:nvSpPr>
          <p:cNvPr id="4" name="PlaceHolder 5"/>
          <p:cNvSpPr>
            <a:spLocks noGrp="1"/>
          </p:cNvSpPr>
          <p:nvPr>
            <p:ph type="title"/>
          </p:nvPr>
        </p:nvSpPr>
        <p:spPr>
          <a:xfrm>
            <a:off x="457200" y="704880"/>
            <a:ext cx="8229240" cy="1142640"/>
          </a:xfrm>
          <a:prstGeom prst="rect">
            <a:avLst/>
          </a:prstGeom>
        </p:spPr>
        <p:txBody>
          <a:bodyPr lIns="0" rIns="0" bIns="0" anchor="b"/>
          <a:lstStyle/>
          <a:p>
            <a:pPr>
              <a:lnSpc>
                <a:spcPct val="100000"/>
              </a:lnSpc>
            </a:pPr>
            <a:r>
              <a:rPr lang="en-US" sz="5000">
                <a:solidFill>
                  <a:srgbClr val="04617B"/>
                </a:solidFill>
                <a:latin typeface="Calibri" panose="020F0502020204030204"/>
              </a:rPr>
              <a:t>Click to edit the title text formatClick to edit Master title style</a:t>
            </a:r>
          </a:p>
        </p:txBody>
      </p:sp>
      <p:sp>
        <p:nvSpPr>
          <p:cNvPr id="5" name="PlaceHolder 6"/>
          <p:cNvSpPr>
            <a:spLocks noGrp="1"/>
          </p:cNvSpPr>
          <p:nvPr>
            <p:ph type="body"/>
          </p:nvPr>
        </p:nvSpPr>
        <p:spPr>
          <a:xfrm>
            <a:off x="457200" y="1935000"/>
            <a:ext cx="8229240" cy="4389120"/>
          </a:xfrm>
          <a:prstGeom prst="rect">
            <a:avLst/>
          </a:prstGeom>
        </p:spPr>
        <p:txBody>
          <a:bodyPr/>
          <a:lstStyle/>
          <a:p>
            <a:pPr>
              <a:buSzPct val="45000"/>
              <a:buFont typeface="StarSymbol"/>
              <a:buChar char=""/>
            </a:pPr>
            <a:r>
              <a:rPr lang="en-US" sz="2600">
                <a:solidFill>
                  <a:srgbClr val="000000"/>
                </a:solidFill>
                <a:latin typeface="Constantia" panose="02030602050306030303"/>
              </a:rPr>
              <a:t>Click to edit the outline text format</a:t>
            </a:r>
          </a:p>
          <a:p>
            <a:pPr lvl="1">
              <a:buSzPct val="75000"/>
              <a:buFont typeface="StarSymbol"/>
              <a:buChar char=""/>
            </a:pPr>
            <a:r>
              <a:rPr lang="en-US" sz="2600">
                <a:solidFill>
                  <a:srgbClr val="000000"/>
                </a:solidFill>
                <a:latin typeface="Constantia" panose="02030602050306030303"/>
              </a:rPr>
              <a:t>Second Outline Level</a:t>
            </a:r>
          </a:p>
          <a:p>
            <a:pPr lvl="2">
              <a:buSzPct val="45000"/>
              <a:buFont typeface="StarSymbol"/>
              <a:buChar char=""/>
            </a:pPr>
            <a:r>
              <a:rPr lang="en-US" sz="2600">
                <a:solidFill>
                  <a:srgbClr val="000000"/>
                </a:solidFill>
                <a:latin typeface="Constantia" panose="02030602050306030303"/>
              </a:rPr>
              <a:t>Third Outline Level</a:t>
            </a:r>
          </a:p>
          <a:p>
            <a:pPr lvl="3">
              <a:buSzPct val="75000"/>
              <a:buFont typeface="StarSymbol"/>
              <a:buChar char=""/>
            </a:pPr>
            <a:r>
              <a:rPr lang="en-US" sz="2600">
                <a:solidFill>
                  <a:srgbClr val="000000"/>
                </a:solidFill>
                <a:latin typeface="Constantia" panose="02030602050306030303"/>
              </a:rPr>
              <a:t>Fourth Outline Level</a:t>
            </a:r>
          </a:p>
          <a:p>
            <a:pPr lvl="4">
              <a:buSzPct val="45000"/>
              <a:buFont typeface="StarSymbol"/>
              <a:buChar char=""/>
            </a:pPr>
            <a:r>
              <a:rPr lang="en-US" sz="2600">
                <a:solidFill>
                  <a:srgbClr val="000000"/>
                </a:solidFill>
                <a:latin typeface="Constantia" panose="02030602050306030303"/>
              </a:rPr>
              <a:t>Fifth Outline Level</a:t>
            </a:r>
          </a:p>
          <a:p>
            <a:pPr lvl="5">
              <a:buSzPct val="45000"/>
              <a:buFont typeface="StarSymbol"/>
              <a:buChar char=""/>
            </a:pPr>
            <a:r>
              <a:rPr lang="en-US" sz="2600">
                <a:solidFill>
                  <a:srgbClr val="000000"/>
                </a:solidFill>
                <a:latin typeface="Constantia" panose="02030602050306030303"/>
              </a:rPr>
              <a:t>Sixth Outline Level</a:t>
            </a:r>
          </a:p>
          <a:p>
            <a:pPr>
              <a:lnSpc>
                <a:spcPct val="100000"/>
              </a:lnSpc>
              <a:buSzPct val="95000"/>
              <a:buFont typeface="Wingdings 2" panose="05020102010507070707" pitchFamily="18" charset="2"/>
              <a:buChar char=""/>
            </a:pPr>
            <a:r>
              <a:rPr lang="en-US" sz="2600">
                <a:solidFill>
                  <a:srgbClr val="000000"/>
                </a:solidFill>
                <a:latin typeface="Constantia" panose="02030602050306030303"/>
              </a:rPr>
              <a:t>Seventh Outline LevelClick to edit Master text styles</a:t>
            </a:r>
          </a:p>
          <a:p>
            <a:pPr lvl="1">
              <a:lnSpc>
                <a:spcPct val="100000"/>
              </a:lnSpc>
              <a:buSzPct val="85000"/>
              <a:buFont typeface="Wingdings 2" panose="05020102010507070707" pitchFamily="18" charset="2"/>
              <a:buChar char=""/>
            </a:pPr>
            <a:r>
              <a:rPr lang="en-US" sz="2400">
                <a:solidFill>
                  <a:srgbClr val="000000"/>
                </a:solidFill>
                <a:latin typeface="Constantia" panose="02030602050306030303"/>
              </a:rPr>
              <a:t>Second level</a:t>
            </a:r>
          </a:p>
          <a:p>
            <a:pPr lvl="2">
              <a:lnSpc>
                <a:spcPct val="100000"/>
              </a:lnSpc>
              <a:buSzPct val="70000"/>
              <a:buFont typeface="Wingdings 2" panose="05020102010507070707" pitchFamily="18" charset="2"/>
              <a:buChar char=""/>
            </a:pPr>
            <a:r>
              <a:rPr lang="en-US" sz="2100">
                <a:solidFill>
                  <a:srgbClr val="000000"/>
                </a:solidFill>
                <a:latin typeface="Constantia" panose="02030602050306030303"/>
              </a:rPr>
              <a:t>Third level</a:t>
            </a:r>
          </a:p>
          <a:p>
            <a:pPr lvl="3">
              <a:lnSpc>
                <a:spcPct val="100000"/>
              </a:lnSpc>
              <a:buSzPct val="65000"/>
              <a:buFont typeface="Wingdings 2" panose="05020102010507070707" pitchFamily="18" charset="2"/>
              <a:buChar char=""/>
            </a:pPr>
            <a:r>
              <a:rPr lang="en-US" sz="2000">
                <a:solidFill>
                  <a:srgbClr val="000000"/>
                </a:solidFill>
                <a:latin typeface="Constantia" panose="02030602050306030303"/>
              </a:rPr>
              <a:t>Fourth level</a:t>
            </a:r>
          </a:p>
          <a:p>
            <a:pPr lvl="4">
              <a:lnSpc>
                <a:spcPct val="100000"/>
              </a:lnSpc>
              <a:buSzPct val="65000"/>
              <a:buFont typeface="Wingdings 2" panose="05020102010507070707" pitchFamily="18" charset="2"/>
              <a:buChar char=""/>
            </a:pPr>
            <a:r>
              <a:rPr lang="en-US" sz="2000">
                <a:solidFill>
                  <a:srgbClr val="000000"/>
                </a:solidFill>
                <a:latin typeface="Constantia" panose="02030602050306030303"/>
              </a:rPr>
              <a:t>Fifth level</a:t>
            </a:r>
          </a:p>
        </p:txBody>
      </p:sp>
      <p:sp>
        <p:nvSpPr>
          <p:cNvPr id="6" name="PlaceHolder 7"/>
          <p:cNvSpPr>
            <a:spLocks noGrp="1"/>
          </p:cNvSpPr>
          <p:nvPr>
            <p:ph type="dt"/>
          </p:nvPr>
        </p:nvSpPr>
        <p:spPr>
          <a:xfrm>
            <a:off x="457200" y="6356520"/>
            <a:ext cx="2133360" cy="364680"/>
          </a:xfrm>
          <a:prstGeom prst="rect">
            <a:avLst/>
          </a:prstGeom>
        </p:spPr>
        <p:txBody>
          <a:bodyPr lIns="0" tIns="0" rIns="0" bIns="0" anchor="b"/>
          <a:lstStyle/>
          <a:p>
            <a:pPr>
              <a:lnSpc>
                <a:spcPct val="100000"/>
              </a:lnSpc>
            </a:pPr>
            <a:r>
              <a:rPr lang="en-IN" sz="1200">
                <a:solidFill>
                  <a:srgbClr val="045C75"/>
                </a:solidFill>
                <a:latin typeface="Constantia" panose="02030602050306030303"/>
              </a:rPr>
              <a:t>19/05/18</a:t>
            </a:r>
          </a:p>
        </p:txBody>
      </p:sp>
      <p:sp>
        <p:nvSpPr>
          <p:cNvPr id="7" name="PlaceHolder 8"/>
          <p:cNvSpPr>
            <a:spLocks noGrp="1"/>
          </p:cNvSpPr>
          <p:nvPr>
            <p:ph type="ftr"/>
          </p:nvPr>
        </p:nvSpPr>
        <p:spPr>
          <a:xfrm>
            <a:off x="2666880" y="6356520"/>
            <a:ext cx="3352320" cy="364680"/>
          </a:xfrm>
          <a:prstGeom prst="rect">
            <a:avLst/>
          </a:prstGeom>
        </p:spPr>
        <p:txBody>
          <a:bodyPr lIns="0" tIns="0" rIns="0" bIns="0" anchor="b"/>
          <a:lstStyle/>
          <a:p>
            <a:pPr>
              <a:lnSpc>
                <a:spcPct val="100000"/>
              </a:lnSpc>
            </a:pPr>
            <a:r>
              <a:rPr lang="en-IN" sz="1200">
                <a:solidFill>
                  <a:srgbClr val="045C75"/>
                </a:solidFill>
                <a:latin typeface="Constantia" panose="02030602050306030303"/>
              </a:rPr>
              <a:t>Jaipur National University, Jaipur</a:t>
            </a:r>
          </a:p>
        </p:txBody>
      </p:sp>
      <p:sp>
        <p:nvSpPr>
          <p:cNvPr id="8" name="PlaceHolder 9"/>
          <p:cNvSpPr>
            <a:spLocks noGrp="1"/>
          </p:cNvSpPr>
          <p:nvPr>
            <p:ph type="sldNum"/>
          </p:nvPr>
        </p:nvSpPr>
        <p:spPr>
          <a:xfrm>
            <a:off x="7924680" y="6356520"/>
            <a:ext cx="761760" cy="364680"/>
          </a:xfrm>
          <a:prstGeom prst="rect">
            <a:avLst/>
          </a:prstGeom>
        </p:spPr>
        <p:txBody>
          <a:bodyPr lIns="0" tIns="0" rIns="0" bIns="0" anchor="b"/>
          <a:lstStyle/>
          <a:p>
            <a:pPr>
              <a:lnSpc>
                <a:spcPct val="100000"/>
              </a:lnSpc>
            </a:pPr>
            <a:fld id="{7F9D2E82-5BF0-4D7A-A492-3F0A401E0928}" type="slidenum">
              <a:rPr lang="en-IN" sz="1200">
                <a:solidFill>
                  <a:srgbClr val="045C75"/>
                </a:solidFill>
                <a:latin typeface="Constantia" panose="02030602050306030303"/>
              </a:rPr>
              <a:t>‹#›</a:t>
            </a:fld>
            <a:endParaRPr lang="en-IN" sz="1200">
              <a:solidFill>
                <a:srgbClr val="045C75"/>
              </a:solidFill>
              <a:latin typeface="Constantia" panose="02030602050306030303"/>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7" name="CustomShape 1"/>
          <p:cNvSpPr/>
          <p:nvPr/>
        </p:nvSpPr>
        <p:spPr>
          <a:xfrm>
            <a:off x="307159" y="2068977"/>
            <a:ext cx="7851240" cy="607031"/>
          </a:xfrm>
          <a:prstGeom prst="rect">
            <a:avLst/>
          </a:prstGeom>
          <a:noFill/>
          <a:ln w="9360">
            <a:noFill/>
          </a:ln>
        </p:spPr>
        <p:txBody>
          <a:bodyPr lIns="0" rIns="0" bIns="0" anchor="b"/>
          <a:lstStyle/>
          <a:p>
            <a:pPr algn="ctr">
              <a:lnSpc>
                <a:spcPct val="100000"/>
              </a:lnSpc>
            </a:pPr>
            <a:r>
              <a:rPr lang="en-US" sz="4000" dirty="0">
                <a:solidFill>
                  <a:srgbClr val="FF0000"/>
                </a:solidFill>
              </a:rPr>
              <a:t>REAL-TIME FACIAL EMOTION RECOGNITION WITH SELF SUPERVISED PERFORMANCE</a:t>
            </a:r>
            <a:endParaRPr sz="4000" dirty="0">
              <a:solidFill>
                <a:srgbClr val="FF0000"/>
              </a:solidFill>
            </a:endParaRPr>
          </a:p>
        </p:txBody>
      </p:sp>
      <p:sp>
        <p:nvSpPr>
          <p:cNvPr id="8" name="CustomShape 2"/>
          <p:cNvSpPr/>
          <p:nvPr/>
        </p:nvSpPr>
        <p:spPr>
          <a:xfrm>
            <a:off x="383359" y="2671504"/>
            <a:ext cx="8353093" cy="3633566"/>
          </a:xfrm>
          <a:prstGeom prst="rect">
            <a:avLst/>
          </a:prstGeom>
          <a:noFill/>
          <a:ln w="9360">
            <a:noFill/>
          </a:ln>
        </p:spPr>
        <p:txBody>
          <a:bodyPr/>
          <a:lstStyle/>
          <a:p>
            <a:pPr algn="ctr">
              <a:lnSpc>
                <a:spcPct val="100000"/>
              </a:lnSpc>
            </a:pPr>
            <a:r>
              <a:rPr lang="en-IN" sz="2800" dirty="0">
                <a:solidFill>
                  <a:srgbClr val="7030A0"/>
                </a:solidFill>
                <a:latin typeface="Times New Roman" panose="02020603050405020304"/>
              </a:rPr>
              <a:t>By</a:t>
            </a:r>
            <a:endParaRPr dirty="0"/>
          </a:p>
          <a:p>
            <a:pPr algn="ctr">
              <a:lnSpc>
                <a:spcPct val="100000"/>
              </a:lnSpc>
            </a:pPr>
            <a:r>
              <a:rPr lang="en-US" sz="3000" b="1" dirty="0">
                <a:solidFill>
                  <a:srgbClr val="FF0000"/>
                </a:solidFill>
                <a:latin typeface="Times New Roman" panose="02020603050405020304"/>
              </a:rPr>
              <a:t>SANJANA SHAH</a:t>
            </a:r>
            <a:endParaRPr dirty="0">
              <a:solidFill>
                <a:srgbClr val="FF0000"/>
              </a:solidFill>
            </a:endParaRPr>
          </a:p>
          <a:p>
            <a:pPr algn="ctr">
              <a:lnSpc>
                <a:spcPct val="100000"/>
              </a:lnSpc>
            </a:pPr>
            <a:r>
              <a:rPr lang="en-IN" b="1" dirty="0">
                <a:solidFill>
                  <a:srgbClr val="7030A0"/>
                </a:solidFill>
                <a:latin typeface="Times New Roman" panose="02020603050405020304"/>
              </a:rPr>
              <a:t>(</a:t>
            </a:r>
            <a:r>
              <a:rPr lang="en-IN" b="1" dirty="0" err="1">
                <a:solidFill>
                  <a:srgbClr val="FF0000"/>
                </a:solidFill>
                <a:latin typeface="Times New Roman" panose="02020603050405020304"/>
              </a:rPr>
              <a:t>B.Tech</a:t>
            </a:r>
            <a:r>
              <a:rPr lang="en-IN" b="1" dirty="0">
                <a:solidFill>
                  <a:srgbClr val="FF0000"/>
                </a:solidFill>
                <a:latin typeface="Times New Roman" panose="02020603050405020304"/>
              </a:rPr>
              <a:t> 2</a:t>
            </a:r>
            <a:r>
              <a:rPr lang="en-IN" b="1" baseline="30000" dirty="0">
                <a:solidFill>
                  <a:srgbClr val="FF0000"/>
                </a:solidFill>
                <a:latin typeface="Times New Roman" panose="02020603050405020304"/>
              </a:rPr>
              <a:t>nd</a:t>
            </a:r>
            <a:r>
              <a:rPr lang="en-IN" b="1" dirty="0">
                <a:solidFill>
                  <a:srgbClr val="FF0000"/>
                </a:solidFill>
                <a:latin typeface="Times New Roman" panose="02020603050405020304"/>
              </a:rPr>
              <a:t> Year, </a:t>
            </a:r>
            <a:r>
              <a:rPr lang="en-IN" b="1" dirty="0" err="1">
                <a:solidFill>
                  <a:srgbClr val="FF0000"/>
                </a:solidFill>
                <a:latin typeface="Times New Roman" panose="02020603050405020304"/>
              </a:rPr>
              <a:t>Enrollment</a:t>
            </a:r>
            <a:r>
              <a:rPr lang="en-IN" b="1" dirty="0">
                <a:solidFill>
                  <a:srgbClr val="FF0000"/>
                </a:solidFill>
                <a:latin typeface="Times New Roman" panose="02020603050405020304"/>
              </a:rPr>
              <a:t> No.: 12024002001094 </a:t>
            </a:r>
            <a:r>
              <a:rPr lang="en-IN" b="1" dirty="0">
                <a:solidFill>
                  <a:srgbClr val="7030A0"/>
                </a:solidFill>
                <a:latin typeface="Times New Roman" panose="02020603050405020304"/>
              </a:rPr>
              <a:t>)</a:t>
            </a:r>
          </a:p>
          <a:p>
            <a:pPr algn="ctr">
              <a:lnSpc>
                <a:spcPct val="100000"/>
              </a:lnSpc>
            </a:pPr>
            <a:endParaRPr dirty="0"/>
          </a:p>
          <a:p>
            <a:pPr algn="ctr">
              <a:lnSpc>
                <a:spcPct val="100000"/>
              </a:lnSpc>
            </a:pPr>
            <a:r>
              <a:rPr lang="en-IN" sz="2800" b="1" dirty="0">
                <a:solidFill>
                  <a:srgbClr val="7030A0"/>
                </a:solidFill>
                <a:latin typeface="Times New Roman" panose="02020603050405020304"/>
              </a:rPr>
              <a:t>Under the Supervision of</a:t>
            </a:r>
            <a:endParaRPr dirty="0"/>
          </a:p>
          <a:p>
            <a:pPr algn="ctr">
              <a:lnSpc>
                <a:spcPct val="100000"/>
              </a:lnSpc>
            </a:pPr>
            <a:r>
              <a:rPr lang="en-US" sz="3000" b="1" dirty="0">
                <a:solidFill>
                  <a:srgbClr val="FF0000"/>
                </a:solidFill>
                <a:latin typeface="Times New Roman" panose="02020603050405020304"/>
              </a:rPr>
              <a:t>Dr. Rahul Kumar Garg</a:t>
            </a:r>
            <a:endParaRPr dirty="0">
              <a:solidFill>
                <a:srgbClr val="FF0000"/>
              </a:solidFill>
            </a:endParaRPr>
          </a:p>
          <a:p>
            <a:pPr algn="ctr">
              <a:lnSpc>
                <a:spcPct val="100000"/>
              </a:lnSpc>
            </a:pPr>
            <a:endParaRPr dirty="0"/>
          </a:p>
          <a:p>
            <a:pPr algn="ctr">
              <a:lnSpc>
                <a:spcPct val="100000"/>
              </a:lnSpc>
            </a:pPr>
            <a:r>
              <a:rPr lang="en-US" sz="3000" b="1" dirty="0">
                <a:solidFill>
                  <a:srgbClr val="7030A0"/>
                </a:solidFill>
                <a:latin typeface="Times New Roman" panose="02020603050405020304"/>
              </a:rPr>
              <a:t>Dept. of Computer Science &amp; Engineering</a:t>
            </a:r>
            <a:endParaRPr dirty="0"/>
          </a:p>
          <a:p>
            <a:pPr algn="ctr">
              <a:lnSpc>
                <a:spcPct val="100000"/>
              </a:lnSpc>
            </a:pPr>
            <a:r>
              <a:rPr lang="en-US" sz="3000" b="1" dirty="0">
                <a:solidFill>
                  <a:srgbClr val="7030A0"/>
                </a:solidFill>
                <a:latin typeface="Times New Roman" panose="02020603050405020304"/>
              </a:rPr>
              <a:t>University of Engineering &amp; Management, Jaipur</a:t>
            </a:r>
            <a:endParaRPr dirty="0"/>
          </a:p>
          <a:p>
            <a:pPr algn="ctr">
              <a:lnSpc>
                <a:spcPct val="100000"/>
              </a:lnSpc>
            </a:pPr>
            <a:endParaRPr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457200" y="505802"/>
            <a:ext cx="8076960" cy="717641"/>
          </a:xfrm>
          <a:prstGeom prst="rect">
            <a:avLst/>
          </a:prstGeom>
        </p:spPr>
        <p:txBody>
          <a:bodyPr lIns="0" rIns="0" bIns="0" anchor="b"/>
          <a:lstStyle/>
          <a:p>
            <a:pPr algn="ctr"/>
            <a:r>
              <a:rPr lang="en-US" sz="4000" b="1" dirty="0">
                <a:solidFill>
                  <a:srgbClr val="7030A0"/>
                </a:solidFill>
                <a:latin typeface="Times New Roman" panose="02020603050405020304"/>
              </a:rPr>
              <a:t>Outlines</a:t>
            </a:r>
            <a:endParaRPr dirty="0">
              <a:solidFill>
                <a:prstClr val="black"/>
              </a:solidFill>
              <a:latin typeface="Arial" panose="020B0604020202020204"/>
            </a:endParaRPr>
          </a:p>
        </p:txBody>
      </p:sp>
      <p:sp>
        <p:nvSpPr>
          <p:cNvPr id="4" name="TextShape 2"/>
          <p:cNvSpPr txBox="1"/>
          <p:nvPr/>
        </p:nvSpPr>
        <p:spPr>
          <a:xfrm>
            <a:off x="457200" y="1536674"/>
            <a:ext cx="8229240" cy="5105160"/>
          </a:xfrm>
          <a:prstGeom prst="rect">
            <a:avLst/>
          </a:prstGeom>
        </p:spPr>
        <p:txBody>
          <a:bodyPr/>
          <a:lstStyle/>
          <a:p>
            <a:pPr>
              <a:buSzPct val="95000"/>
              <a:buFont typeface="Wingdings 2" panose="05020102010507070707" pitchFamily="18" charset="2"/>
              <a:buChar char=""/>
            </a:pPr>
            <a:r>
              <a:rPr lang="en-US" sz="2400" b="1" dirty="0">
                <a:solidFill>
                  <a:srgbClr val="000000"/>
                </a:solidFill>
                <a:latin typeface="Times New Roman" panose="02020603050405020304"/>
              </a:rPr>
              <a:t>Introduction</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Literature Review</a:t>
            </a:r>
          </a:p>
          <a:p>
            <a:pPr>
              <a:buSzPct val="95000"/>
              <a:buFont typeface="Wingdings 2" panose="05020102010507070707" pitchFamily="18" charset="2"/>
              <a:buChar char=""/>
            </a:pPr>
            <a:r>
              <a:rPr lang="en-US" sz="2400" b="1" dirty="0">
                <a:solidFill>
                  <a:srgbClr val="000000"/>
                </a:solidFill>
                <a:latin typeface="Times New Roman" panose="02020603050405020304"/>
              </a:rPr>
              <a:t>Objectives</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Proposed Model</a:t>
            </a:r>
          </a:p>
          <a:p>
            <a:pPr>
              <a:buSzPct val="95000"/>
              <a:buFont typeface="Wingdings 2" panose="05020102010507070707" pitchFamily="18" charset="2"/>
              <a:buChar char=""/>
            </a:pPr>
            <a:r>
              <a:rPr lang="en-US" sz="2400" b="1" dirty="0">
                <a:solidFill>
                  <a:srgbClr val="000000"/>
                </a:solidFill>
                <a:latin typeface="Times New Roman" panose="02020603050405020304"/>
              </a:rPr>
              <a:t>Experimental Setup</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Result Analysis</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Conclusion &amp; Future Scope</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Reference</a:t>
            </a:r>
          </a:p>
          <a:p>
            <a:pPr>
              <a:buSzPct val="95000"/>
              <a:buFont typeface="Wingdings 2" panose="05020102010507070707" pitchFamily="18" charset="2"/>
              <a:buChar char=""/>
            </a:pPr>
            <a:r>
              <a:rPr lang="en-US" sz="2400" b="1" dirty="0">
                <a:solidFill>
                  <a:srgbClr val="000000"/>
                </a:solidFill>
                <a:latin typeface="Times New Roman" panose="02020603050405020304"/>
              </a:rPr>
              <a:t>Acknowledgement</a:t>
            </a:r>
            <a:endParaRPr dirty="0">
              <a:solidFill>
                <a:prstClr val="black"/>
              </a:solidFill>
              <a:latin typeface="Arial" panose="020B0604020202020204"/>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Jaipur National University, Jaipur</a:t>
            </a:r>
          </a:p>
        </p:txBody>
      </p:sp>
      <p:sp>
        <p:nvSpPr>
          <p:cNvPr id="5" name="TextShape 1"/>
          <p:cNvSpPr txBox="1"/>
          <p:nvPr/>
        </p:nvSpPr>
        <p:spPr>
          <a:xfrm>
            <a:off x="598594" y="717848"/>
            <a:ext cx="8076960" cy="528030"/>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Introduction</a:t>
            </a:r>
            <a:endParaRPr dirty="0"/>
          </a:p>
        </p:txBody>
      </p:sp>
      <p:sp>
        <p:nvSpPr>
          <p:cNvPr id="7" name="TextShape 2"/>
          <p:cNvSpPr txBox="1"/>
          <p:nvPr/>
        </p:nvSpPr>
        <p:spPr>
          <a:xfrm>
            <a:off x="457200" y="1077653"/>
            <a:ext cx="8229240" cy="2103429"/>
          </a:xfrm>
          <a:prstGeom prst="rect">
            <a:avLst/>
          </a:prstGeom>
        </p:spPr>
        <p:txBody>
          <a:bodyPr/>
          <a:lstStyle/>
          <a:p>
            <a:pPr marL="342900" indent="-342900" algn="just">
              <a:buSzPct val="950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
        <p:nvSpPr>
          <p:cNvPr id="6" name="TextShape 2"/>
          <p:cNvSpPr txBox="1"/>
          <p:nvPr/>
        </p:nvSpPr>
        <p:spPr>
          <a:xfrm>
            <a:off x="769512" y="1600270"/>
            <a:ext cx="7147775" cy="4949660"/>
          </a:xfrm>
          <a:prstGeom prst="rect">
            <a:avLst/>
          </a:prstGeom>
        </p:spPr>
        <p:txBody>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is a real-time face emotion detection system built with Python, OpenCV, and </a:t>
            </a:r>
            <a:r>
              <a:rPr lang="en-US" sz="1400" dirty="0" err="1">
                <a:latin typeface="Times New Roman" panose="02020603050405020304" pitchFamily="18" charset="0"/>
                <a:cs typeface="Times New Roman" panose="02020603050405020304" pitchFamily="18" charset="0"/>
              </a:rPr>
              <a:t>DeepFace</a:t>
            </a:r>
            <a:r>
              <a:rPr lang="en-US" sz="1400" dirty="0">
                <a:latin typeface="Times New Roman" panose="02020603050405020304" pitchFamily="18" charset="0"/>
                <a:cs typeface="Times New Roman" panose="02020603050405020304" pitchFamily="18" charset="0"/>
              </a:rPr>
              <a:t>. A standard webcam captures live video, and the system instantly classifies expressions into five emotions — Happy, Sad, Angry, Surprise, or Neutral — displaying results on a custom HUD with confidence bars, a scrolling timeline, and a live accuracy counter.</a:t>
            </a:r>
          </a:p>
          <a:p>
            <a:pPr algn="just">
              <a:lnSpc>
                <a:spcPct val="150000"/>
              </a:lnSpc>
            </a:pPr>
            <a:r>
              <a:rPr lang="en-US" sz="1400" dirty="0">
                <a:latin typeface="Times New Roman" panose="02020603050405020304" pitchFamily="18" charset="0"/>
                <a:cs typeface="Times New Roman" panose="02020603050405020304" pitchFamily="18" charset="0"/>
              </a:rPr>
              <a:t>What makes it different: no labeled dataset is needed. Detections above 70% confidence count as correct; anything below gets flagged. Five performance charts generate automatically at session end.</a:t>
            </a:r>
          </a:p>
          <a:p>
            <a:pPr algn="just">
              <a:lnSpc>
                <a:spcPct val="150000"/>
              </a:lnSpc>
            </a:pPr>
            <a:r>
              <a:rPr lang="en-US" sz="1400" dirty="0">
                <a:latin typeface="Times New Roman" panose="02020603050405020304" pitchFamily="18" charset="0"/>
                <a:cs typeface="Times New Roman" panose="02020603050405020304" pitchFamily="18" charset="0"/>
              </a:rPr>
              <a:t>The problem it solves: keyboards and mice tell a computer what you want — not how you feel. That gap matters in online tutoring, where a confused student needs a different response than a confident one, and in driver monitoring, where drowsiness needs an immediate alert.</a:t>
            </a:r>
          </a:p>
          <a:p>
            <a:pPr algn="just">
              <a:lnSpc>
                <a:spcPct val="150000"/>
              </a:lnSpc>
            </a:pPr>
            <a:r>
              <a:rPr lang="en-US" sz="1400" dirty="0">
                <a:latin typeface="Times New Roman" panose="02020603050405020304" pitchFamily="18" charset="0"/>
                <a:cs typeface="Times New Roman" panose="02020603050405020304" pitchFamily="18" charset="0"/>
              </a:rPr>
              <a:t>Scope: single face, frontal view, indoor lighting, five Ekman emotions. No crowd detection, no audio, no embedded hardware — those come next.</a:t>
            </a:r>
          </a:p>
        </p:txBody>
      </p:sp>
      <p:pic>
        <p:nvPicPr>
          <p:cNvPr id="8"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761940" y="77271"/>
            <a:ext cx="7619760" cy="820668"/>
          </a:xfrm>
          <a:prstGeom prst="rect">
            <a:avLst/>
          </a:prstGeom>
        </p:spPr>
        <p:txBody>
          <a:bodyPr lIns="0" rIns="0" bIns="0" anchor="b"/>
          <a:lstStyle/>
          <a:p>
            <a:pPr algn="ctr">
              <a:lnSpc>
                <a:spcPct val="100000"/>
              </a:lnSpc>
            </a:pPr>
            <a:r>
              <a:rPr lang="en-US" sz="4000" dirty="0">
                <a:solidFill>
                  <a:srgbClr val="7030A0"/>
                </a:solidFill>
                <a:latin typeface="Times New Roman" panose="02020603050405020304" pitchFamily="18" charset="0"/>
                <a:cs typeface="Times New Roman" panose="02020603050405020304" pitchFamily="18" charset="0"/>
              </a:rPr>
              <a:t>Literature Review</a:t>
            </a:r>
            <a:endParaRPr sz="4000" dirty="0">
              <a:solidFill>
                <a:srgbClr val="7030A0"/>
              </a:solidFill>
              <a:latin typeface="Times New Roman" panose="02020603050405020304" pitchFamily="18" charset="0"/>
              <a:cs typeface="Times New Roman" panose="02020603050405020304" pitchFamily="18" charset="0"/>
            </a:endParaRPr>
          </a:p>
        </p:txBody>
      </p:sp>
      <p:pic>
        <p:nvPicPr>
          <p:cNvPr id="6"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291227" y="1121830"/>
            <a:ext cx="6868886" cy="461581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Facial emotion recognition has been studied for about 30 years. Early systems used hand-crafted features like LBP and HOG with SVM classifiers — effective only in controlled conditions.</a:t>
            </a:r>
          </a:p>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Ekman and Friesen (1978) gave us the five universal emotions — Happy, Sad, Angry, Surprise, Neutral — still the standard in every modern FER system.</a:t>
            </a:r>
          </a:p>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Li and Deng showed that even powerful CNNs trained on massive datasets only reach 65–75% accuracy. The problem is genuinely difficult.</a:t>
            </a:r>
          </a:p>
          <a:p>
            <a:pPr marL="285750" indent="-285750" algn="just">
              <a:lnSpc>
                <a:spcPct val="150000"/>
              </a:lnSpc>
              <a:buFont typeface="Arial" panose="020B0604020202020204" pitchFamily="34" charset="0"/>
              <a:buChar char="•"/>
            </a:pPr>
            <a:r>
              <a:rPr lang="en-IN" sz="1400" dirty="0" err="1">
                <a:latin typeface="Times New Roman" panose="02020603050405020304" pitchFamily="18" charset="0"/>
                <a:cs typeface="Times New Roman" panose="02020603050405020304" pitchFamily="18" charset="0"/>
              </a:rPr>
              <a:t>Serengil</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Ozpinar</a:t>
            </a:r>
            <a:r>
              <a:rPr lang="en-IN" sz="1400" dirty="0">
                <a:latin typeface="Times New Roman" panose="02020603050405020304" pitchFamily="18" charset="0"/>
                <a:cs typeface="Times New Roman" panose="02020603050405020304" pitchFamily="18" charset="0"/>
              </a:rPr>
              <a:t> built </a:t>
            </a:r>
            <a:r>
              <a:rPr lang="en-IN" sz="1400" dirty="0" err="1">
                <a:latin typeface="Times New Roman" panose="02020603050405020304" pitchFamily="18" charset="0"/>
                <a:cs typeface="Times New Roman" panose="02020603050405020304" pitchFamily="18" charset="0"/>
              </a:rPr>
              <a:t>DeepFace</a:t>
            </a:r>
            <a:r>
              <a:rPr lang="en-IN" sz="1400" dirty="0">
                <a:latin typeface="Times New Roman" panose="02020603050405020304" pitchFamily="18" charset="0"/>
                <a:cs typeface="Times New Roman" panose="02020603050405020304" pitchFamily="18" charset="0"/>
              </a:rPr>
              <a:t> — multiple pre-trained models behind one simple API, fast enough for real-time use on a regular CPU. That's what makes this project feasible.</a:t>
            </a:r>
          </a:p>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Ko identified occlusion, pose, and lighting as the three main failure points and recommended confidence gating as the fix — exactly what this system does at 70%.</a:t>
            </a:r>
          </a:p>
          <a:p>
            <a:pPr marL="285750" indent="-285750" algn="just">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The gap no existing system fills: no </a:t>
            </a:r>
            <a:r>
              <a:rPr lang="en-IN" sz="1400" dirty="0" err="1">
                <a:latin typeface="Times New Roman" panose="02020603050405020304" pitchFamily="18" charset="0"/>
                <a:cs typeface="Times New Roman" panose="02020603050405020304" pitchFamily="18" charset="0"/>
              </a:rPr>
              <a:t>labeled</a:t>
            </a:r>
            <a:r>
              <a:rPr lang="en-IN" sz="1400" dirty="0">
                <a:latin typeface="Times New Roman" panose="02020603050405020304" pitchFamily="18" charset="0"/>
                <a:cs typeface="Times New Roman" panose="02020603050405020304" pitchFamily="18" charset="0"/>
              </a:rPr>
              <a:t> data needed, live HUD with real-time accuracy, and automatic graphs at session end — all in one webcam-only system.</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7" name="TextShape 1"/>
          <p:cNvSpPr txBox="1"/>
          <p:nvPr/>
        </p:nvSpPr>
        <p:spPr>
          <a:xfrm>
            <a:off x="457380" y="700008"/>
            <a:ext cx="8229240" cy="739273"/>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Objectives</a:t>
            </a:r>
            <a:endParaRPr dirty="0"/>
          </a:p>
        </p:txBody>
      </p:sp>
      <p:sp>
        <p:nvSpPr>
          <p:cNvPr id="9" name="TextShape 2"/>
          <p:cNvSpPr txBox="1"/>
          <p:nvPr/>
        </p:nvSpPr>
        <p:spPr>
          <a:xfrm>
            <a:off x="533520" y="1295280"/>
            <a:ext cx="8076960" cy="4389120"/>
          </a:xfrm>
          <a:prstGeom prst="rect">
            <a:avLst/>
          </a:prstGeom>
        </p:spPr>
        <p:txBody>
          <a:bodyPr/>
          <a:lstStyle/>
          <a:p>
            <a:pPr algn="just">
              <a:lnSpc>
                <a:spcPct val="100000"/>
              </a:lnSpc>
              <a:buSzPct val="95000"/>
              <a:buFont typeface="Wingdings 2" panose="05020102010507070707" pitchFamily="18" charset="2"/>
              <a:buChar char=""/>
            </a:pPr>
            <a:endParaRPr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948055" y="1470660"/>
            <a:ext cx="6990080" cy="4481195"/>
          </a:xfrm>
          <a:prstGeom prst="rect">
            <a:avLst/>
          </a:prstGeom>
          <a:noFill/>
        </p:spPr>
        <p:txBody>
          <a:bodyPr wrap="square">
            <a:noAutofit/>
          </a:bodyPr>
          <a:lstStyle/>
          <a:p>
            <a:pPr marL="342900" indent="-34290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Real-Time Detection :- </a:t>
            </a:r>
            <a:r>
              <a:rPr lang="en-IN" sz="1400" dirty="0">
                <a:latin typeface="Times New Roman" panose="02020603050405020304" pitchFamily="18" charset="0"/>
                <a:cs typeface="Times New Roman" panose="02020603050405020304" pitchFamily="18" charset="0"/>
              </a:rPr>
              <a:t>Detect 5 emotions (Happy, Sad, Angry, Surprise, Neutral) via webcam using Python, OpenCV &amp; </a:t>
            </a:r>
            <a:r>
              <a:rPr lang="en-IN" sz="1400" dirty="0" err="1">
                <a:latin typeface="Times New Roman" panose="02020603050405020304" pitchFamily="18" charset="0"/>
                <a:cs typeface="Times New Roman" panose="02020603050405020304" pitchFamily="18" charset="0"/>
              </a:rPr>
              <a:t>DeepFace</a:t>
            </a:r>
            <a:r>
              <a:rPr lang="en-IN" sz="14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Confidence Thresholding :-</a:t>
            </a:r>
            <a:r>
              <a:rPr lang="en-IN" sz="1400" dirty="0">
                <a:latin typeface="Times New Roman" panose="02020603050405020304" pitchFamily="18" charset="0"/>
                <a:cs typeface="Times New Roman" panose="02020603050405020304" pitchFamily="18" charset="0"/>
              </a:rPr>
              <a:t>Set CONF_THRESHOLD = 70% to separate reliable [V] detections from uncertain [~] ones                                </a:t>
            </a:r>
          </a:p>
          <a:p>
            <a:pPr marL="342900" indent="-34290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Multi-Panel HUD :- </a:t>
            </a:r>
            <a:r>
              <a:rPr lang="en-IN" sz="1400" dirty="0">
                <a:latin typeface="Times New Roman" panose="02020603050405020304" pitchFamily="18" charset="0"/>
                <a:cs typeface="Times New Roman" panose="02020603050405020304" pitchFamily="18" charset="0"/>
              </a:rPr>
              <a:t>Display live confidence bars, scrolling timeline strip &amp; </a:t>
            </a:r>
            <a:r>
              <a:rPr lang="en-IN" sz="1400" dirty="0" err="1">
                <a:latin typeface="Times New Roman" panose="02020603050405020304" pitchFamily="18" charset="0"/>
                <a:cs typeface="Times New Roman" panose="02020603050405020304" pitchFamily="18" charset="0"/>
              </a:rPr>
              <a:t>realtime</a:t>
            </a:r>
            <a:r>
              <a:rPr lang="en-IN" sz="1400" dirty="0">
                <a:latin typeface="Times New Roman" panose="02020603050405020304" pitchFamily="18" charset="0"/>
                <a:cs typeface="Times New Roman" panose="02020603050405020304" pitchFamily="18" charset="0"/>
              </a:rPr>
              <a:t> accuracy counter without blocking video                                                                                                              </a:t>
            </a:r>
          </a:p>
          <a:p>
            <a:pPr marL="342900" indent="-34290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 Self-Supervised Evaluation :-</a:t>
            </a:r>
            <a:r>
              <a:rPr lang="en-IN" sz="1400" dirty="0">
                <a:latin typeface="Times New Roman" panose="02020603050405020304" pitchFamily="18" charset="0"/>
                <a:cs typeface="Times New Roman" panose="02020603050405020304" pitchFamily="18" charset="0"/>
              </a:rPr>
              <a:t>Compute per-emotion Precision, Recall, F1-Score, Accuracy — no external ground truth needed                                                                                        </a:t>
            </a:r>
          </a:p>
          <a:p>
            <a:pPr marL="342900" indent="-34290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5 Auto-Generated Graphs :- </a:t>
            </a:r>
            <a:r>
              <a:rPr lang="en-IN" sz="1400" dirty="0">
                <a:latin typeface="Times New Roman" panose="02020603050405020304" pitchFamily="18" charset="0"/>
                <a:cs typeface="Times New Roman" panose="02020603050405020304" pitchFamily="18" charset="0"/>
              </a:rPr>
              <a:t>Bar chart, confusion matrix, violin plot, timeline chart, P-R radar chart — all saved as PNG at session end                                                                                               </a:t>
            </a:r>
          </a:p>
          <a:p>
            <a:pPr marL="342900" indent="-34290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Session Logging :-</a:t>
            </a:r>
            <a:r>
              <a:rPr lang="en-IN" sz="1400" dirty="0">
                <a:latin typeface="Times New Roman" panose="02020603050405020304" pitchFamily="18" charset="0"/>
                <a:cs typeface="Times New Roman" panose="02020603050405020304" pitchFamily="18" charset="0"/>
              </a:rPr>
              <a:t>Persist all detections to emotion_log.txt with timestamp &amp; validity flag for offline review</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5" name="TextShape 1"/>
          <p:cNvSpPr txBox="1"/>
          <p:nvPr/>
        </p:nvSpPr>
        <p:spPr>
          <a:xfrm>
            <a:off x="495900" y="127080"/>
            <a:ext cx="8229240" cy="914040"/>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Proposed Model</a:t>
            </a:r>
            <a:endParaRPr dirty="0"/>
          </a:p>
        </p:txBody>
      </p:sp>
      <p:pic>
        <p:nvPicPr>
          <p:cNvPr id="21"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3"/>
          <a:stretch>
            <a:fillRect/>
          </a:stretch>
        </p:blipFill>
        <p:spPr>
          <a:xfrm>
            <a:off x="1589314" y="1041120"/>
            <a:ext cx="6085115" cy="5087537"/>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495360" y="206831"/>
            <a:ext cx="8229240" cy="923674"/>
          </a:xfrm>
          <a:prstGeom prst="rect">
            <a:avLst/>
          </a:prstGeom>
        </p:spPr>
        <p:txBody>
          <a:bodyPr lIns="0" rIns="0" bIns="0" anchor="b"/>
          <a:lstStyle/>
          <a:p>
            <a:pPr algn="ctr">
              <a:lnSpc>
                <a:spcPct val="100000"/>
              </a:lnSpc>
            </a:pPr>
            <a:r>
              <a:rPr lang="en-US" sz="4000" dirty="0">
                <a:solidFill>
                  <a:srgbClr val="7030A0"/>
                </a:solidFill>
                <a:latin typeface="Times New Roman" panose="02020603050405020304" pitchFamily="18" charset="0"/>
                <a:cs typeface="Times New Roman" panose="02020603050405020304" pitchFamily="18" charset="0"/>
              </a:rPr>
              <a:t>Experimental Set-up</a:t>
            </a:r>
            <a:endParaRPr sz="3000"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3"/>
          <a:stretch>
            <a:fillRect/>
          </a:stretch>
        </p:blipFill>
        <p:spPr>
          <a:xfrm>
            <a:off x="481012" y="1400175"/>
            <a:ext cx="8181975" cy="2431596"/>
          </a:xfrm>
          <a:prstGeom prst="rect">
            <a:avLst/>
          </a:prstGeom>
        </p:spPr>
      </p:pic>
      <p:sp>
        <p:nvSpPr>
          <p:cNvPr id="7" name="TextBox 6"/>
          <p:cNvSpPr txBox="1"/>
          <p:nvPr/>
        </p:nvSpPr>
        <p:spPr>
          <a:xfrm>
            <a:off x="609600" y="3831771"/>
            <a:ext cx="6773636" cy="2030095"/>
          </a:xfrm>
          <a:prstGeom prst="rect">
            <a:avLst/>
          </a:prstGeom>
          <a:noFill/>
        </p:spPr>
        <p:txBody>
          <a:bodyPr wrap="square">
            <a:spAutoFit/>
          </a:bodyPr>
          <a:lstStyle/>
          <a:p>
            <a:r>
              <a:rPr lang="en-IN" dirty="0"/>
              <a:t> </a:t>
            </a:r>
            <a:r>
              <a:rPr lang="en-IN" dirty="0">
                <a:latin typeface="Times New Roman" panose="02020603050405020304" pitchFamily="18" charset="0"/>
                <a:cs typeface="Times New Roman" panose="02020603050405020304" pitchFamily="18" charset="0"/>
              </a:rPr>
              <a:t>Key Configuration Constants</a:t>
            </a:r>
          </a:p>
          <a:p>
            <a:r>
              <a:rPr lang="en-IN" dirty="0">
                <a:latin typeface="Times New Roman" panose="02020603050405020304" pitchFamily="18" charset="0"/>
                <a:cs typeface="Times New Roman" panose="02020603050405020304" pitchFamily="18" charset="0"/>
              </a:rPr>
              <a:t>• CONF_THRESHOLD = 70% → Detections below 70% flagged as [~] False Positive</a:t>
            </a:r>
          </a:p>
          <a:p>
            <a:r>
              <a:rPr lang="en-IN" dirty="0">
                <a:latin typeface="Times New Roman" panose="02020603050405020304" pitchFamily="18" charset="0"/>
                <a:cs typeface="Times New Roman" panose="02020603050405020304" pitchFamily="18" charset="0"/>
              </a:rPr>
              <a:t>• ANALYZE_EVERY = 0.5 s → </a:t>
            </a:r>
            <a:r>
              <a:rPr lang="en-IN" dirty="0" err="1">
                <a:latin typeface="Times New Roman" panose="02020603050405020304" pitchFamily="18" charset="0"/>
                <a:cs typeface="Times New Roman" panose="02020603050405020304" pitchFamily="18" charset="0"/>
              </a:rPr>
              <a:t>DeepFace</a:t>
            </a:r>
            <a:r>
              <a:rPr lang="en-IN" dirty="0">
                <a:latin typeface="Times New Roman" panose="02020603050405020304" pitchFamily="18" charset="0"/>
                <a:cs typeface="Times New Roman" panose="02020603050405020304" pitchFamily="18" charset="0"/>
              </a:rPr>
              <a:t> called every 0.5 seconds (prevents CPU saturation)</a:t>
            </a:r>
          </a:p>
          <a:p>
            <a:r>
              <a:rPr lang="en-IN" dirty="0">
                <a:latin typeface="Times New Roman" panose="02020603050405020304" pitchFamily="18" charset="0"/>
                <a:cs typeface="Times New Roman" panose="02020603050405020304" pitchFamily="18" charset="0"/>
              </a:rPr>
              <a:t>• HISTORY_MAX = 60 → Rolling window of last 60 detections kept in </a:t>
            </a:r>
            <a:r>
              <a:rPr lang="en-IN" dirty="0" err="1">
                <a:latin typeface="Times New Roman" panose="02020603050405020304" pitchFamily="18" charset="0"/>
                <a:cs typeface="Times New Roman" panose="02020603050405020304" pitchFamily="18" charset="0"/>
              </a:rPr>
              <a:t>emotion_history</a:t>
            </a:r>
            <a:r>
              <a:rPr lang="en-IN" dirty="0">
                <a:latin typeface="Times New Roman" panose="02020603050405020304" pitchFamily="18" charset="0"/>
                <a:cs typeface="Times New Roman" panose="02020603050405020304" pitchFamily="18" charset="0"/>
              </a:rPr>
              <a:t> list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CustomShape 1"/>
          <p:cNvSpPr/>
          <p:nvPr/>
        </p:nvSpPr>
        <p:spPr>
          <a:xfrm>
            <a:off x="533520" y="459907"/>
            <a:ext cx="8076960" cy="761760"/>
          </a:xfrm>
          <a:prstGeom prst="rect">
            <a:avLst/>
          </a:prstGeom>
          <a:noFill/>
          <a:ln w="9360">
            <a:noFill/>
          </a:ln>
        </p:spPr>
        <p:txBody>
          <a:bodyPr lIns="0" tIns="45000" rIns="0" bIns="0" anchor="b"/>
          <a:lstStyle/>
          <a:p>
            <a:pPr algn="ctr">
              <a:lnSpc>
                <a:spcPct val="100000"/>
              </a:lnSpc>
            </a:pPr>
            <a:r>
              <a:rPr lang="en-IN" sz="4000" b="1" dirty="0">
                <a:solidFill>
                  <a:srgbClr val="7030A0"/>
                </a:solidFill>
                <a:latin typeface="Times New Roman" panose="02020603050405020304"/>
              </a:rPr>
              <a:t>Result: Example</a:t>
            </a:r>
            <a:endParaRPr sz="4000" dirty="0"/>
          </a:p>
        </p:txBody>
      </p:sp>
      <p:pic>
        <p:nvPicPr>
          <p:cNvPr id="6"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948115" y="1533277"/>
            <a:ext cx="7805299" cy="3415030"/>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The system was tested in a controlled indoor setting over a single session, detecting a total of 54 emotion instances at a 0.5-second analysis interval with a confidence threshold of 70%. The results demonstrated strong performance for Happy (F1 = 0.94) and Surprise (F1 = 0.88), both reliably detected within half a second. Neutral achieved an F1-score of 0.80, while Sad scored 0.33 due to its visual similarity with Neutral causing confidence to drop below threshold. Angry scored 0.00 as no detection during testing crossed the 70% confidence gate. The overall macro-average across all five emotions was Precision: 0.59, Recall: 0.59, F1: 0.59, and Accuracy: 0.75, with five auto-generated charts — including a pseudo-confusion matrix, violin plot, and precision-recall radar — providing a comprehensive self-supervised performance analysis without any external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dataset.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286" y="127906"/>
            <a:ext cx="8142514" cy="1143000"/>
          </a:xfrm>
        </p:spPr>
        <p:txBody>
          <a:bodyPr/>
          <a:lstStyle/>
          <a:p>
            <a:pPr algn="ctr"/>
            <a:r>
              <a:rPr lang="en-IN" b="1" dirty="0">
                <a:solidFill>
                  <a:srgbClr val="7030A0"/>
                </a:solidFill>
              </a:rPr>
              <a:t>Result Analysis</a:t>
            </a:r>
          </a:p>
        </p:txBody>
      </p:sp>
      <p:sp>
        <p:nvSpPr>
          <p:cNvPr id="4" name="Footer Placeholder 3"/>
          <p:cNvSpPr>
            <a:spLocks noGrp="1"/>
          </p:cNvSpPr>
          <p:nvPr>
            <p:ph type="ftr" sz="quarter" idx="11"/>
          </p:nvPr>
        </p:nvSpPr>
        <p:spPr/>
        <p:txBody>
          <a:bodyPr/>
          <a:lstStyle/>
          <a:p>
            <a:pPr>
              <a:defRPr/>
            </a:pPr>
            <a:r>
              <a:rPr lang="en-US"/>
              <a:t>Jaipur National University, Jaipur</a:t>
            </a:r>
          </a:p>
        </p:txBody>
      </p:sp>
      <p:pic>
        <p:nvPicPr>
          <p:cNvPr id="5" name="Content Placeholder 4"/>
          <p:cNvPicPr>
            <a:picLocks noGrp="1" noChangeAspect="1"/>
          </p:cNvPicPr>
          <p:nvPr>
            <p:ph idx="1"/>
          </p:nvPr>
        </p:nvPicPr>
        <p:blipFill>
          <a:blip r:embed="rId2"/>
          <a:stretch>
            <a:fillRect/>
          </a:stretch>
        </p:blipFill>
        <p:spPr>
          <a:xfrm>
            <a:off x="276225" y="1646714"/>
            <a:ext cx="4067175" cy="3333750"/>
          </a:xfrm>
          <a:prstGeom prst="rect">
            <a:avLst/>
          </a:prstGeom>
        </p:spPr>
      </p:pic>
      <p:pic>
        <p:nvPicPr>
          <p:cNvPr id="6" name="Picture 5"/>
          <p:cNvPicPr>
            <a:picLocks noChangeAspect="1"/>
          </p:cNvPicPr>
          <p:nvPr/>
        </p:nvPicPr>
        <p:blipFill>
          <a:blip r:embed="rId3"/>
          <a:stretch>
            <a:fillRect/>
          </a:stretch>
        </p:blipFill>
        <p:spPr>
          <a:xfrm>
            <a:off x="4778829" y="1673680"/>
            <a:ext cx="4093029" cy="3162301"/>
          </a:xfrm>
          <a:prstGeom prst="rect">
            <a:avLst/>
          </a:prstGeom>
        </p:spPr>
      </p:pic>
      <p:sp>
        <p:nvSpPr>
          <p:cNvPr id="8" name="TextBox 7"/>
          <p:cNvSpPr txBox="1"/>
          <p:nvPr/>
        </p:nvSpPr>
        <p:spPr>
          <a:xfrm>
            <a:off x="1495765" y="5068242"/>
            <a:ext cx="6152469" cy="1200329"/>
          </a:xfrm>
          <a:prstGeom prst="rect">
            <a:avLst/>
          </a:prstGeom>
          <a:noFill/>
        </p:spPr>
        <p:txBody>
          <a:bodyPr wrap="square">
            <a:spAutoFit/>
          </a:bodyPr>
          <a:lstStyle/>
          <a:p>
            <a:r>
              <a:rPr lang="en-US" dirty="0"/>
              <a:t>                                                                                                                                                                                                           </a:t>
            </a:r>
            <a:r>
              <a:rPr lang="en-US" b="1" dirty="0"/>
              <a:t>Macro Avg F1: 0.59 | Overall Accuracy: 75%</a:t>
            </a:r>
          </a:p>
          <a:p>
            <a:r>
              <a:rPr lang="en-US" dirty="0"/>
              <a:t>Happy (F1=0.94) &amp; Surprise (F1=0.88) performed strongest</a:t>
            </a:r>
          </a:p>
          <a:p>
            <a:r>
              <a:rPr lang="en-US" dirty="0"/>
              <a:t>Angry scored 0.00 — no detection exceeded 70% threshold</a:t>
            </a:r>
            <a:endParaRPr lang="en-IN"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449640" y="1013752"/>
            <a:ext cx="8229240" cy="682606"/>
          </a:xfrm>
          <a:prstGeom prst="rect">
            <a:avLst/>
          </a:prstGeom>
        </p:spPr>
        <p:txBody>
          <a:bodyPr lIns="0" rIns="0" bIns="0" anchor="b"/>
          <a:lstStyle/>
          <a:p>
            <a:pPr algn="ctr"/>
            <a:r>
              <a:rPr lang="en-US" sz="4000" b="1" dirty="0">
                <a:solidFill>
                  <a:srgbClr val="7030A0"/>
                </a:solidFill>
                <a:latin typeface="Times New Roman" panose="02020603050405020304"/>
              </a:rPr>
              <a:t>Conclusions &amp; Future Scope</a:t>
            </a:r>
            <a:endParaRPr sz="4000" dirty="0">
              <a:solidFill>
                <a:prstClr val="black"/>
              </a:solidFill>
            </a:endParaRPr>
          </a:p>
        </p:txBody>
      </p:sp>
      <p:sp>
        <p:nvSpPr>
          <p:cNvPr id="4" name="TextShape 2"/>
          <p:cNvSpPr txBox="1"/>
          <p:nvPr/>
        </p:nvSpPr>
        <p:spPr>
          <a:xfrm>
            <a:off x="465120" y="1339920"/>
            <a:ext cx="8229240" cy="4389120"/>
          </a:xfrm>
          <a:prstGeom prst="rect">
            <a:avLst/>
          </a:prstGeom>
        </p:spPr>
        <p:txBody>
          <a:bodyPr/>
          <a:lstStyle/>
          <a:p>
            <a:pPr algn="just">
              <a:buSzPct val="95000"/>
              <a:buFont typeface="Wingdings 2" panose="05020102010507070707" pitchFamily="18" charset="2"/>
              <a:buChar char=""/>
            </a:pPr>
            <a:endParaRPr lang="en-US" sz="2500" dirty="0">
              <a:solidFill>
                <a:srgbClr val="000000"/>
              </a:solidFill>
              <a:latin typeface="Times New Roman" panose="02020603050405020304"/>
            </a:endParaRPr>
          </a:p>
          <a:p>
            <a:pPr algn="just">
              <a:buSzPct val="95000"/>
              <a:buFont typeface="Wingdings 2" panose="05020102010507070707" pitchFamily="18" charset="2"/>
              <a:buChar char=""/>
            </a:pPr>
            <a:endParaRPr lang="en-US" sz="2500" dirty="0">
              <a:solidFill>
                <a:srgbClr val="000000"/>
              </a:solidFill>
              <a:latin typeface="Times New Roman" panose="02020603050405020304"/>
            </a:endParaRPr>
          </a:p>
          <a:p>
            <a:pPr algn="just">
              <a:buSzPct val="95000"/>
              <a:buFont typeface="Wingdings 2" panose="05020102010507070707" pitchFamily="18" charset="2"/>
              <a:buChar char=""/>
            </a:pPr>
            <a:endParaRPr dirty="0">
              <a:solidFill>
                <a:prstClr val="black"/>
              </a:solidFill>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54455" y="1788795"/>
            <a:ext cx="7201535" cy="4378325"/>
          </a:xfrm>
          <a:prstGeom prst="rect">
            <a:avLst/>
          </a:prstGeom>
          <a:noFill/>
        </p:spPr>
        <p:txBody>
          <a:bodyPr wrap="square">
            <a:no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Built real-time emotion recognition using Python, OpenCV &amp; </a:t>
            </a:r>
            <a:r>
              <a:rPr lang="en-IN" dirty="0" err="1">
                <a:latin typeface="Times New Roman" panose="02020603050405020304" pitchFamily="18" charset="0"/>
                <a:cs typeface="Times New Roman" panose="02020603050405020304" pitchFamily="18" charset="0"/>
              </a:rPr>
              <a:t>DeepFace</a:t>
            </a:r>
            <a:r>
              <a:rPr lang="en-IN" dirty="0">
                <a:latin typeface="Times New Roman" panose="02020603050405020304" pitchFamily="18" charset="0"/>
                <a:cs typeface="Times New Roman" panose="02020603050405020304" pitchFamily="18" charset="0"/>
              </a:rPr>
              <a:t> — no GPU needed.</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Self-supervised 70% confidence threshold — no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dataset required.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Macro F1-score: 0.59 | Happy: 0.94 | Surprise: 0.88.</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Live HUD + 5 auto-generated graphs for instant result review.</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Multi-person detection via YOLO face detector.</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Multimodal inference — face + voice + text combined.</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Browser deployment with TensorFlow.js.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ONNX export for Raspberry Pi &amp; NVIDIA Jetson.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673200" y="38637"/>
            <a:ext cx="8076960" cy="837720"/>
          </a:xfrm>
          <a:prstGeom prst="rect">
            <a:avLst/>
          </a:prstGeom>
        </p:spPr>
        <p:txBody>
          <a:bodyPr lIns="0" rIns="0" bIns="0" anchor="b"/>
          <a:lstStyle/>
          <a:p>
            <a:pPr algn="ctr"/>
            <a:r>
              <a:rPr lang="en-US" sz="4000" b="1" dirty="0">
                <a:solidFill>
                  <a:srgbClr val="7030A0"/>
                </a:solidFill>
                <a:latin typeface="Times New Roman" panose="02020603050405020304"/>
              </a:rPr>
              <a:t>References</a:t>
            </a:r>
            <a:endParaRPr dirty="0">
              <a:solidFill>
                <a:prstClr val="black"/>
              </a:solidFill>
              <a:latin typeface="Arial" panose="020B0604020202020204"/>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673200" y="1215696"/>
            <a:ext cx="7752343" cy="5078313"/>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P. Ekman and W. V. Friesen, "Facial action coding system: A technique for the measurement of facial movement," Consulting Psychologists Press, Palo Alto, CA, USA, 1978.</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 S. Li and W. Deng, "Deep facial expression recognition: A survey," IEEE Transactions on Affective Computing, vol. 13, no. 3, pp. 1195–1215, Jul.–Sep. 2022.</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[3] S. I. </a:t>
            </a:r>
            <a:r>
              <a:rPr lang="en-IN" dirty="0" err="1">
                <a:latin typeface="Times New Roman" panose="02020603050405020304" pitchFamily="18" charset="0"/>
                <a:cs typeface="Times New Roman" panose="02020603050405020304" pitchFamily="18" charset="0"/>
              </a:rPr>
              <a:t>Serengil</a:t>
            </a:r>
            <a:r>
              <a:rPr lang="en-IN" dirty="0">
                <a:latin typeface="Times New Roman" panose="02020603050405020304" pitchFamily="18" charset="0"/>
                <a:cs typeface="Times New Roman" panose="02020603050405020304" pitchFamily="18" charset="0"/>
              </a:rPr>
              <a:t> and A. </a:t>
            </a:r>
            <a:r>
              <a:rPr lang="en-IN" dirty="0" err="1">
                <a:latin typeface="Times New Roman" panose="02020603050405020304" pitchFamily="18" charset="0"/>
                <a:cs typeface="Times New Roman" panose="02020603050405020304" pitchFamily="18" charset="0"/>
              </a:rPr>
              <a:t>Ozpinar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LightFace</a:t>
            </a:r>
            <a:r>
              <a:rPr lang="en-IN" dirty="0">
                <a:latin typeface="Times New Roman" panose="02020603050405020304" pitchFamily="18" charset="0"/>
                <a:cs typeface="Times New Roman" panose="02020603050405020304" pitchFamily="18" charset="0"/>
              </a:rPr>
              <a:t>: A hybrid deep face recognition framework," in Proc. 2020 Innovations in Intelligent Systems and Applications Conf. (ASYU), Istanbul, Turkey, 2020, pp. 23–27.</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[4] B. C. Ko, "A brief review of facial emotion recognition based on visual information," Sensors, vol. 18, no. 2, p. 401, Feb. 2018.</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[5] T. Baltrusaitis, C. Ahuja, and L.-P. Morency, "Multimodal machine learning: A survey </a:t>
            </a:r>
            <a:r>
              <a:rPr lang="en-IN" dirty="0" err="1">
                <a:latin typeface="Times New Roman" panose="02020603050405020304" pitchFamily="18" charset="0"/>
                <a:cs typeface="Times New Roman" panose="02020603050405020304" pitchFamily="18" charset="0"/>
              </a:rPr>
              <a:t>andtaxonomy</a:t>
            </a:r>
            <a:r>
              <a:rPr lang="en-IN" dirty="0">
                <a:latin typeface="Times New Roman" panose="02020603050405020304" pitchFamily="18" charset="0"/>
                <a:cs typeface="Times New Roman" panose="02020603050405020304" pitchFamily="18" charset="0"/>
              </a:rPr>
              <a:t>," IEEE Transactions on Pattern Analysis and Machine Intelligence, vol. 41, no. 2, pp. 423–443, Feb. 2019.</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Content Placeholder 3"/>
          <p:cNvPicPr/>
          <p:nvPr/>
        </p:nvPicPr>
        <p:blipFill>
          <a:blip r:embed="rId2"/>
          <a:stretch>
            <a:fillRect/>
          </a:stretch>
        </p:blipFill>
        <p:spPr>
          <a:xfrm>
            <a:off x="0" y="1143000"/>
            <a:ext cx="9143640" cy="5714640"/>
          </a:xfrm>
          <a:prstGeom prst="rect">
            <a:avLst/>
          </a:prstGeom>
          <a:ln w="9360">
            <a:noFill/>
          </a:ln>
        </p:spPr>
      </p:pic>
      <p:sp>
        <p:nvSpPr>
          <p:cNvPr id="201" name="TextShape 1"/>
          <p:cNvSpPr txBox="1"/>
          <p:nvPr/>
        </p:nvSpPr>
        <p:spPr>
          <a:xfrm>
            <a:off x="2666880" y="6356520"/>
            <a:ext cx="3352320" cy="364680"/>
          </a:xfrm>
          <a:prstGeom prst="rect">
            <a:avLst/>
          </a:prstGeom>
        </p:spPr>
        <p:txBody>
          <a:bodyPr lIns="0" tIns="0" rIns="0" bIns="0" anchor="b"/>
          <a:lstStyle/>
          <a:p>
            <a:pPr algn="ctr"/>
            <a:r>
              <a:rPr lang="en-US" sz="1200" dirty="0">
                <a:solidFill>
                  <a:srgbClr val="045C75"/>
                </a:solidFill>
                <a:latin typeface="Constantia" panose="02030602050306030303" pitchFamily="18" charset="0"/>
              </a:rPr>
              <a:t>Dept. of CSE, University of Engineering &amp; Management Jaipur</a:t>
            </a:r>
          </a:p>
        </p:txBody>
      </p:sp>
      <p:pic>
        <p:nvPicPr>
          <p:cNvPr id="4" name="Picture 6" descr="D:\logo.jpg"/>
          <p:cNvPicPr>
            <a:picLocks noChangeAspect="1" noChangeArrowheads="1"/>
          </p:cNvPicPr>
          <p:nvPr/>
        </p:nvPicPr>
        <p:blipFill>
          <a:blip r:embed="rId3"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otalTime>2</TotalTime>
  <Words>1252</Words>
  <Application>Microsoft Office PowerPoint</Application>
  <PresentationFormat>On-screen Show (4:3)</PresentationFormat>
  <Paragraphs>89</Paragraphs>
  <Slides>12</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Arial</vt:lpstr>
      <vt:lpstr>Calibri</vt:lpstr>
      <vt:lpstr>Constantia</vt:lpstr>
      <vt:lpstr>StarSymbol</vt:lpstr>
      <vt:lpstr>Times New Roman</vt:lpstr>
      <vt:lpstr>Wingdings 2</vt:lpstr>
      <vt:lpstr>Flow</vt:lpstr>
      <vt:lpstr>2_Flow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Analysis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SHRESTHA PAUL</dc:creator>
  <cp:lastModifiedBy>Sanjana Shah</cp:lastModifiedBy>
  <cp:revision>4</cp:revision>
  <dcterms:created xsi:type="dcterms:W3CDTF">2026-04-09T20:15:00Z</dcterms:created>
  <dcterms:modified xsi:type="dcterms:W3CDTF">2026-04-14T11:11:16Z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80A23807B9C74200A25E565AE03063AA_13</vt:lpwstr>
  </property>
</Properties>
</file>